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5ac2df8d720448f" /><Relationship Type="http://schemas.openxmlformats.org/officeDocument/2006/relationships/extended-properties" Target="/docProps/app.xml" Id="Ra060165350434388" /><Relationship Type="http://schemas.openxmlformats.org/officeDocument/2006/relationships/officeDocument" Target="/ppt/presentation.xml" Id="Rdadccb02cde94eb1" /></Relationships>
</file>

<file path=ppt/presentation.xml><?xml version="1.0" encoding="utf-8"?>
<p:presentation xmlns:p="http://schemas.openxmlformats.org/presentationml/2006/main">
  <p:sldMasterIdLst>
    <p:sldMasterId xmlns:r="http://schemas.openxmlformats.org/officeDocument/2006/relationships" id="2147483648" r:id="Re8b4c42d32954e26"/>
  </p:sldMasterIdLst>
  <p:notesMasterIdLst>
    <p:notesMasterId xmlns:r="http://schemas.openxmlformats.org/officeDocument/2006/relationships" r:id="R1915c5f2bab54db7"/>
  </p:notesMasterIdLst>
  <p:sldIdLst>
    <p:sldId xmlns:r="http://schemas.openxmlformats.org/officeDocument/2006/relationships" id="256" r:id="R552de2df7df34de3"/>
    <p:sldId xmlns:r="http://schemas.openxmlformats.org/officeDocument/2006/relationships" id="257" r:id="Rf6cf85fce53e4950"/>
    <p:sldId xmlns:r="http://schemas.openxmlformats.org/officeDocument/2006/relationships" id="258" r:id="Rbb593c37658c4419"/>
    <p:sldId xmlns:r="http://schemas.openxmlformats.org/officeDocument/2006/relationships" id="259" r:id="Rdcbdfee0e5f24ce7"/>
    <p:sldId xmlns:r="http://schemas.openxmlformats.org/officeDocument/2006/relationships" id="260" r:id="Rcecdd72753d64089"/>
    <p:sldId xmlns:r="http://schemas.openxmlformats.org/officeDocument/2006/relationships" id="261" r:id="Rb3180b3f16c44b6d"/>
    <p:sldId xmlns:r="http://schemas.openxmlformats.org/officeDocument/2006/relationships" id="262" r:id="Read94a3238fc49d6"/>
    <p:sldId xmlns:r="http://schemas.openxmlformats.org/officeDocument/2006/relationships" id="263" r:id="R279a5d36a97b4efb"/>
    <p:sldId xmlns:r="http://schemas.openxmlformats.org/officeDocument/2006/relationships" id="264" r:id="R4cdb591e7b5848b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e8b4c42d32954e26" /><Relationship Type="http://schemas.openxmlformats.org/officeDocument/2006/relationships/theme" Target="/ppt/theme/theme1.xml" Id="R8deac537452d428f" /><Relationship Type="http://schemas.openxmlformats.org/officeDocument/2006/relationships/notesMaster" Target="/ppt/notesMasters/notesMaster1.xml" Id="R1915c5f2bab54db7" /><Relationship Type="http://schemas.openxmlformats.org/officeDocument/2006/relationships/presProps" Target="/ppt/presProps.xml" Id="Ref06c0d19a6642dd" /><Relationship Type="http://schemas.openxmlformats.org/officeDocument/2006/relationships/viewProps" Target="/ppt/viewProps.xml" Id="R7c8a13a7094042ea" /><Relationship Type="http://schemas.openxmlformats.org/officeDocument/2006/relationships/tableStyles" Target="/ppt/tableStyles.xml" Id="R7cb8a6cd777e4b08" /><Relationship Type="http://schemas.openxmlformats.org/officeDocument/2006/relationships/slide" Target="/ppt/slides/slide1.xml" Id="R552de2df7df34de3" /><Relationship Type="http://schemas.openxmlformats.org/officeDocument/2006/relationships/slide" Target="/ppt/slides/slide2.xml" Id="Rf6cf85fce53e4950" /><Relationship Type="http://schemas.openxmlformats.org/officeDocument/2006/relationships/slide" Target="/ppt/slides/slide3.xml" Id="Rbb593c37658c4419" /><Relationship Type="http://schemas.openxmlformats.org/officeDocument/2006/relationships/slide" Target="/ppt/slides/slide4.xml" Id="Rdcbdfee0e5f24ce7" /><Relationship Type="http://schemas.openxmlformats.org/officeDocument/2006/relationships/slide" Target="/ppt/slides/slide5.xml" Id="Rcecdd72753d64089" /><Relationship Type="http://schemas.openxmlformats.org/officeDocument/2006/relationships/slide" Target="/ppt/slides/slide6.xml" Id="Rb3180b3f16c44b6d" /><Relationship Type="http://schemas.openxmlformats.org/officeDocument/2006/relationships/slide" Target="/ppt/slides/slide7.xml" Id="Read94a3238fc49d6" /><Relationship Type="http://schemas.openxmlformats.org/officeDocument/2006/relationships/slide" Target="/ppt/slides/slide8.xml" Id="R279a5d36a97b4efb" /><Relationship Type="http://schemas.openxmlformats.org/officeDocument/2006/relationships/slide" Target="/ppt/slides/slide9.xml" Id="R4cdb591e7b5848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cfc14f76fbde440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0c904f463f431d" /><Relationship Type="http://schemas.openxmlformats.org/officeDocument/2006/relationships/notesMaster" Target="/ppt/notesMasters/notesMaster1.xml" Id="Re37f3538a3b34e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ad89afd87184b37" /><Relationship Type="http://schemas.openxmlformats.org/officeDocument/2006/relationships/notesMaster" Target="/ppt/notesMasters/notesMaster1.xml" Id="Rc2cd6fa3a4db409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a5da023a034a99" /><Relationship Type="http://schemas.openxmlformats.org/officeDocument/2006/relationships/notesMaster" Target="/ppt/notesMasters/notesMaster1.xml" Id="R663e0cc67d6745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8a2a527d044897" /><Relationship Type="http://schemas.openxmlformats.org/officeDocument/2006/relationships/notesMaster" Target="/ppt/notesMasters/notesMaster1.xml" Id="Rb899193947c448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d2fda426212432c" /><Relationship Type="http://schemas.openxmlformats.org/officeDocument/2006/relationships/notesMaster" Target="/ppt/notesMasters/notesMaster1.xml" Id="Raa6e66e3755c44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8305b3e902e40e4" /><Relationship Type="http://schemas.openxmlformats.org/officeDocument/2006/relationships/notesMaster" Target="/ppt/notesMasters/notesMaster1.xml" Id="R137b1f1352d049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c53e0cc6994345" /><Relationship Type="http://schemas.openxmlformats.org/officeDocument/2006/relationships/notesMaster" Target="/ppt/notesMasters/notesMaster1.xml" Id="Ra5051b7bc2054353"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d903dc8ee94aed" /><Relationship Type="http://schemas.openxmlformats.org/officeDocument/2006/relationships/notesMaster" Target="/ppt/notesMasters/notesMaster1.xml" Id="R6fa3455319c64eb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c61cef824e4f91" /><Relationship Type="http://schemas.openxmlformats.org/officeDocument/2006/relationships/notesMaster" Target="/ppt/notesMasters/notesMaster1.xml" Id="Rb2d1d60eb8294f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결론만 요약하는 발표가 아니라, 질문이 위키 안에서 어떻게 정교해졌는지를 보여주는 발표다.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발표의 목적은 brain organoid 리뷰를 완성형 결론으로 제시하는 것이 아니라, paper_collect 위키에서 질문이 확장되는 과정을 보여주는 것이다.</a:t>
            </a:r>
          </a:p>
          <a:p xmlns:a="http://schemas.openxmlformats.org/drawingml/2006/main">
            <a:r>
              <a:t>이 컬렉션은 active source page 96개, 그중 brain cluster 17개를 갖고 있고, 오늘 발표는 그중 3개의 질문 노트를 핵심 체인으로 삼는다.</a:t>
            </a:r>
          </a:p>
          <a:p xmlns:a="http://schemas.openxmlformats.org/drawingml/2006/main">
            <a:r>
              <a:t>즉 corpus -&gt; 첫 질문 -&gt; 질문 재정의의 흐름 자체가 발표 내용이다.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17627a35a4a4800"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2BAE738B-338B-40E8-A826-06409573BB21}"/>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74308B9F-6F41-40FB-A39B-2DBF34578B33}"/>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CFE8E75F-B5DC-433B-844B-64DE7B5266C1}"/>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125A5E59-BEF8-4BAA-91D7-9D3B093A8710}"/>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F572615B-7240-42F8-B48E-DAA8AA9FBBC2}"/>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78134b5228b64271" /><Relationship Type="http://schemas.openxmlformats.org/officeDocument/2006/relationships/slideLayout" Target="/ppt/slideLayouts/slideLayout2.xml" Id="Reece38c9c5ea417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42E96300-12E1-4435-9089-B6510B13E1C0}"/>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ece38c9c5ea417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d30cf9acfd2f4395" /><Relationship Type="http://schemas.openxmlformats.org/officeDocument/2006/relationships/image" Target="/ppt/media/image.png" Id="Rfa3ac8b2704543bf" /><Relationship Type="http://schemas.openxmlformats.org/officeDocument/2006/relationships/notesSlide" Target="/ppt/notesSlides/notesSlide1.xml" Id="R98be8b56ea8442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0856964c769b4353" /><Relationship Type="http://schemas.openxmlformats.org/officeDocument/2006/relationships/image" Target="/ppt/media/image2.png" Id="R828f1b010c084d12" /><Relationship Type="http://schemas.openxmlformats.org/officeDocument/2006/relationships/notesSlide" Target="/ppt/notesSlides/notesSlide2.xml" Id="R669e1102d19b44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e616a3fed9c84c41" /><Relationship Type="http://schemas.openxmlformats.org/officeDocument/2006/relationships/image" Target="/ppt/media/image3.png" Id="Rb9af00f58de549e2" /><Relationship Type="http://schemas.openxmlformats.org/officeDocument/2006/relationships/notesSlide" Target="/ppt/notesSlides/notesSlide3.xml" Id="Rfd7bef38314648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6ec4dd0033fe41fb" /><Relationship Type="http://schemas.openxmlformats.org/officeDocument/2006/relationships/image" Target="/ppt/media/image4.png" Id="R6fa57985e635438b" /><Relationship Type="http://schemas.openxmlformats.org/officeDocument/2006/relationships/notesSlide" Target="/ppt/notesSlides/notesSlide4.xml" Id="R93d0d4cc61b442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54cd49935d4f4cc2" /><Relationship Type="http://schemas.openxmlformats.org/officeDocument/2006/relationships/image" Target="/ppt/media/image5.png" Id="R090c2e9ede5a4f44" /><Relationship Type="http://schemas.openxmlformats.org/officeDocument/2006/relationships/notesSlide" Target="/ppt/notesSlides/notesSlide5.xml" Id="Ra7a96662614b4a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928bec2f2e4d4f89" /><Relationship Type="http://schemas.openxmlformats.org/officeDocument/2006/relationships/image" Target="/ppt/media/image6.png" Id="R379679773a70476c" /><Relationship Type="http://schemas.openxmlformats.org/officeDocument/2006/relationships/notesSlide" Target="/ppt/notesSlides/notesSlide6.xml" Id="R0bf81908b26744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7156541c22704d87" /><Relationship Type="http://schemas.openxmlformats.org/officeDocument/2006/relationships/image" Target="/ppt/media/image7.png" Id="Rc9b9c512b2654a94" /><Relationship Type="http://schemas.openxmlformats.org/officeDocument/2006/relationships/notesSlide" Target="/ppt/notesSlides/notesSlide7.xml" Id="Recda204a45d246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44862797685d463e" /><Relationship Type="http://schemas.openxmlformats.org/officeDocument/2006/relationships/image" Target="/ppt/media/image8.png" Id="R51d94238d567431b" /><Relationship Type="http://schemas.openxmlformats.org/officeDocument/2006/relationships/notesSlide" Target="/ppt/notesSlides/notesSlide8.xml" Id="Ra74ce42355e740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0e1e9cca492e48fb" /><Relationship Type="http://schemas.openxmlformats.org/officeDocument/2006/relationships/image" Target="/ppt/media/image9.png" Id="R5c75292a0fbd4d3a" /><Relationship Type="http://schemas.openxmlformats.org/officeDocument/2006/relationships/notesSlide" Target="/ppt/notesSlides/notesSlide9.xml" Id="Rf874773e6d054c23"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a3ac8b2704543bf"/>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662133D-BF76-4BFB-A292-9F0E8C1B512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90B9248-7511-4126-8704-605E379E3F1E}"/>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C8DC06F8-8516-44AA-8350-E00B99FF2DC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2962C33-720E-47F0-A1BC-E340CE13C2EA}"/>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2853568E-2377-4D85-9B20-9AE23836228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309D1A20-9D1B-49E3-AC55-37EDE2F90C8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47C7439A-F1C6-459D-A684-FC4CF43AB4CE}"/>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AAC1FF1F-C0A3-442B-A9C3-178F82BB49DE}"/>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59798ED5-1E63-48E5-810B-682E0F466FA8}"/>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1E51D70C-9A3D-470E-9C2F-80B3753D3471}"/>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organoid 위키를 정리하면서, 단순한 region 비교 질문이</a:t>
            </a:r>
          </a:p>
          <a:p xmlns:a="http://schemas.openxmlformats.org/drawingml/2006/main">
            <a:pPr algn="l">
              <a:defRPr sz="1500" b="0">
                <a:solidFill>
                  <a:srgbClr val="344146"/>
                </a:solidFill>
              </a:defRPr>
            </a:pPr>
            <a:r>
              <a:rPr sz="1500" b="0">
                <a:solidFill>
                  <a:srgbClr val="344146"/>
                </a:solidFill>
              </a:rPr>
              <a:t>benchmark와 readout 중심 질문으로 어떻게 확장됐는지를 보여준다.</a:t>
            </a:r>
          </a:p>
        </p:txBody>
      </p:sp>
      <p:sp>
        <p:nvSpPr>
          <p:cNvPr id="13" name="">
            <a:extLst xmlns:a="http://schemas.openxmlformats.org/drawingml/2006/main">
              <a:ext uri="{FF2B5EF4-FFF2-40B4-BE49-F238E27FC236}">
                <a16:creationId xmlns:a16="http://schemas.microsoft.com/office/drawing/2014/main" id="{AD31226C-CD1E-4CB9-8437-6E3809CB7CBC}"/>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9F8F3FAB-D5BB-40D9-B97D-86EE1CC7ADE8}"/>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BC44047B-7E85-47C7-A426-7E7ECE2F142F}"/>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1A56BE6C-E259-4855-92C0-A0F8ED326F02}"/>
              </a:ext>
            </a:extLst>
          </p:cNvPr>
          <p:cNvSpPr>
            <a:spLocks xmlns:a="http://schemas.openxmlformats.org/drawingml/2006/main" noGrp="1"/>
          </p:cNvSpPr>
          <p:nvPr/>
        </p:nvSpPr>
        <p:spPr>
          <a:xfrm xmlns:a="http://schemas.openxmlformats.org/drawingml/2006/main">
            <a:off x="8020050" y="1200150"/>
            <a:ext cx="66675" cy="1104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32CEE6C9-8EC1-4603-A1C1-E15E1EB2D35E}"/>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32A62568-3173-4B0E-8D2B-AF1052FA68C0}"/>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BA96BF40-D15A-48AD-ABAC-CA6F05D21BBA}"/>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D6EC519F-FB91-4666-AB68-79BD7164D650}"/>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0BC55846-CE13-4FB7-B46F-063305B2979C}"/>
              </a:ext>
            </a:extLst>
          </p:cNvPr>
          <p:cNvSpPr>
            <a:spLocks xmlns:a="http://schemas.openxmlformats.org/drawingml/2006/main" noGrp="1"/>
          </p:cNvSpPr>
          <p:nvPr/>
        </p:nvSpPr>
        <p:spPr>
          <a:xfrm xmlns:a="http://schemas.openxmlformats.org/drawingml/2006/main">
            <a:off x="9296400" y="2667000"/>
            <a:ext cx="66675" cy="11049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40281284-F999-421E-8FCB-BFBA8CA9CE5E}"/>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848EC909-8650-4AC3-B011-9FA6D60FBA5B}"/>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46CF3A8B-DAB8-44F8-8779-A4E326F4075C}"/>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141F9750-84C8-4FC8-8C72-DD9172166BE6}"/>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EB8BE568-EFE7-4936-AB6C-28F95531F010}"/>
              </a:ext>
            </a:extLst>
          </p:cNvPr>
          <p:cNvSpPr>
            <a:spLocks xmlns:a="http://schemas.openxmlformats.org/drawingml/2006/main" noGrp="1"/>
          </p:cNvSpPr>
          <p:nvPr/>
        </p:nvSpPr>
        <p:spPr>
          <a:xfrm xmlns:a="http://schemas.openxmlformats.org/drawingml/2006/main">
            <a:off x="8001000" y="4191000"/>
            <a:ext cx="66675" cy="1104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67BB9F0F-0442-4179-99BC-545BD0E7B497}"/>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F7A91C4B-BFB3-4672-B111-41F8C87AF356}"/>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630E565A-0CE6-493D-AA0B-9CA7633BA117}"/>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38B3AC92-24CE-481F-9DED-81B26C1B309F}"/>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CAC0A61A-0F11-46B0-9CBD-F9CC948FC855}"/>
              </a:ext>
            </a:extLst>
          </p:cNvPr>
          <p:cNvSpPr>
            <a:spLocks xmlns:a="http://schemas.openxmlformats.org/drawingml/2006/main" noGrp="1"/>
          </p:cNvSpPr>
          <p:nvPr/>
        </p:nvSpPr>
        <p:spPr>
          <a:xfrm xmlns:a="http://schemas.openxmlformats.org/drawingml/2006/main">
            <a:off x="7391400" y="2609850"/>
            <a:ext cx="66675" cy="9906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82A8F125-CB2E-4608-9E0A-B7FC488B86CC}"/>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CB0DE509-A76A-45FC-8E22-7CC065937131}"/>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D8583512-2EEA-4842-B9BB-7D97D4DAD177}"/>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07FC8FC6-6C4C-4F90-A16F-85DDB26C1B1C}"/>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798E802D-F739-4007-8819-113EBA93A141}"/>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2B8FF840-DFAA-4F56-B601-D05626FD54E0}"/>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D4225480-1359-4951-B146-7FBC5AF12D04}"/>
              </a:ext>
            </a:extLst>
          </p:cNvPr>
          <p:cNvSpPr>
            <a:spLocks xmlns:a="http://schemas.openxmlformats.org/drawingml/2006/main" noGrp="1"/>
          </p:cNvSpPr>
          <p:nvPr/>
        </p:nvSpPr>
        <p:spPr>
          <a:xfrm xmlns:a="http://schemas.openxmlformats.org/drawingml/2006/main">
            <a:off x="819150" y="5448300"/>
            <a:ext cx="11049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15 min talk</a:t>
            </a:r>
          </a:p>
        </p:txBody>
      </p:sp>
      <p:sp>
        <p:nvSpPr>
          <p:cNvPr id="39" name="">
            <a:extLst xmlns:a="http://schemas.openxmlformats.org/drawingml/2006/main">
              <a:ext uri="{FF2B5EF4-FFF2-40B4-BE49-F238E27FC236}">
                <a16:creationId xmlns:a16="http://schemas.microsoft.com/office/drawing/2014/main" id="{6FF40700-4708-4643-A3B7-24827E0A1232}"/>
              </a:ext>
            </a:extLst>
          </p:cNvPr>
          <p:cNvSpPr>
            <a:spLocks xmlns:a="http://schemas.openxmlformats.org/drawingml/2006/main" noGrp="1"/>
          </p:cNvSpPr>
          <p:nvPr/>
        </p:nvSpPr>
        <p:spPr>
          <a:xfrm xmlns:a="http://schemas.openxmlformats.org/drawingml/2006/main">
            <a:off x="2038350" y="5448300"/>
            <a:ext cx="15621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question journey</a:t>
            </a:r>
          </a:p>
        </p:txBody>
      </p:sp>
      <p:sp>
        <p:nvSpPr>
          <p:cNvPr id="40" name="">
            <a:extLst xmlns:a="http://schemas.openxmlformats.org/drawingml/2006/main">
              <a:ext uri="{FF2B5EF4-FFF2-40B4-BE49-F238E27FC236}">
                <a16:creationId xmlns:a16="http://schemas.microsoft.com/office/drawing/2014/main" id="{79CA5986-A6F6-4C9E-9E32-905CE16346A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 구조: 출발 질문 -&gt; 한계 발견 -&gt; 질문 재정의 -&gt; 최종 선택 규칙</a:t>
            </a:r>
          </a:p>
        </p:txBody>
      </p:sp>
    </p:spTree>
    <p:extLst>
      <p:ext uri="{BB962C8B-B14F-4D97-AF65-F5344CB8AC3E}">
        <p14:creationId xmlns:p14="http://schemas.microsoft.com/office/powerpoint/2010/main" val="1440925319"/>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28f1b010c084d12"/>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461F6AB-4E66-4915-BD27-D562E604B3F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23497F2-7FC9-4161-A41B-E36C4559ADB9}"/>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5961CF1B-8781-4943-8EAD-ADC77CB4D49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6334147D-3C9C-4C55-A748-68418308475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24F41FA5-580E-4412-878C-26AAADEB282B}"/>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7C9022EC-3787-4B00-BC1D-982A54439B7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F6C64C7-E212-4224-9A92-DE097B8677B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THIS TALK</a:t>
            </a:r>
          </a:p>
        </p:txBody>
      </p:sp>
      <p:sp>
        <p:nvSpPr>
          <p:cNvPr id="10" name="">
            <a:extLst xmlns:a="http://schemas.openxmlformats.org/drawingml/2006/main">
              <a:ext uri="{FF2B5EF4-FFF2-40B4-BE49-F238E27FC236}">
                <a16:creationId xmlns:a16="http://schemas.microsoft.com/office/drawing/2014/main" id="{464B82D9-5177-4A1D-99AC-333D2FF82D5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09</a:t>
            </a:r>
          </a:p>
        </p:txBody>
      </p:sp>
      <p:sp>
        <p:nvSpPr>
          <p:cNvPr id="11" name="">
            <a:extLst xmlns:a="http://schemas.openxmlformats.org/drawingml/2006/main">
              <a:ext uri="{FF2B5EF4-FFF2-40B4-BE49-F238E27FC236}">
                <a16:creationId xmlns:a16="http://schemas.microsoft.com/office/drawing/2014/main" id="{A03A5FEC-621D-4DB0-8FB8-C3058CA72DA1}"/>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6CC8BA0D-6077-43CF-8698-EA8B88D18EB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0C4185C-D922-4547-8EB9-64C1F9407DD9}"/>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교수님 가이드에 맞춘</a:t>
            </a:r>
          </a:p>
          <a:p xmlns:a="http://schemas.openxmlformats.org/drawingml/2006/main">
            <a:pPr algn="l">
              <a:defRPr sz="2850" b="1">
                <a:solidFill>
                  <a:srgbClr val="132024"/>
                </a:solidFill>
              </a:defRPr>
            </a:pPr>
            <a:r>
              <a:rPr sz="2850" b="1">
                <a:solidFill>
                  <a:srgbClr val="132024"/>
                </a:solidFill>
              </a:rPr>
              <a:t>발표 프레임</a:t>
            </a:r>
          </a:p>
        </p:txBody>
      </p:sp>
      <p:sp>
        <p:nvSpPr>
          <p:cNvPr id="14" name="">
            <a:extLst xmlns:a="http://schemas.openxmlformats.org/drawingml/2006/main">
              <a:ext uri="{FF2B5EF4-FFF2-40B4-BE49-F238E27FC236}">
                <a16:creationId xmlns:a16="http://schemas.microsoft.com/office/drawing/2014/main" id="{49F0FFE9-493F-4B30-A617-E89BBFBF4BE0}"/>
              </a:ext>
            </a:extLst>
          </p:cNvPr>
          <p:cNvSpPr>
            <a:spLocks xmlns:a="http://schemas.openxmlformats.org/drawingml/2006/main" noGrp="1"/>
          </p:cNvSpPr>
          <p:nvPr/>
        </p:nvSpPr>
        <p:spPr>
          <a:xfrm xmlns:a="http://schemas.openxmlformats.org/drawingml/2006/main">
            <a:off x="628650" y="2038350"/>
            <a:ext cx="685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344146"/>
                </a:solidFill>
              </a:defRPr>
            </a:pPr>
            <a:r>
              <a:rPr sz="1350" b="0">
                <a:solidFill>
                  <a:srgbClr val="344146"/>
                </a:solidFill>
              </a:rPr>
              <a:t>논문을 많이 읽었다는 사실보다,</a:t>
            </a:r>
          </a:p>
          <a:p xmlns:a="http://schemas.openxmlformats.org/drawingml/2006/main">
            <a:pPr algn="l">
              <a:defRPr sz="1350" b="0">
                <a:solidFill>
                  <a:srgbClr val="344146"/>
                </a:solidFill>
              </a:defRPr>
            </a:pPr>
            <a:r>
              <a:rPr sz="1350" b="0">
                <a:solidFill>
                  <a:srgbClr val="344146"/>
                </a:solidFill>
              </a:rPr>
              <a:t>위키를 통해 질문이 어떻게 진화했는지를 중심에 둔다.</a:t>
            </a:r>
          </a:p>
        </p:txBody>
      </p:sp>
      <p:sp>
        <p:nvSpPr>
          <p:cNvPr id="15" name="">
            <a:extLst xmlns:a="http://schemas.openxmlformats.org/drawingml/2006/main">
              <a:ext uri="{FF2B5EF4-FFF2-40B4-BE49-F238E27FC236}">
                <a16:creationId xmlns:a16="http://schemas.microsoft.com/office/drawing/2014/main" id="{F17BB4A5-191C-43C8-B615-13979B535D88}"/>
              </a:ext>
            </a:extLst>
          </p:cNvPr>
          <p:cNvSpPr>
            <a:spLocks xmlns:a="http://schemas.openxmlformats.org/drawingml/2006/main" noGrp="1"/>
          </p:cNvSpPr>
          <p:nvPr/>
        </p:nvSpPr>
        <p:spPr>
          <a:xfrm xmlns:a="http://schemas.openxmlformats.org/drawingml/2006/main">
            <a:off x="7772400" y="990600"/>
            <a:ext cx="3714750" cy="876300"/>
          </a:xfrm>
          <a:prstGeom xmlns:a="http://schemas.openxmlformats.org/drawingml/2006/main" prst="roundRect">
            <a:avLst>
              <a:gd name="adj" fmla="val 8696"/>
            </a:avLst>
          </a:prstGeom>
          <a:solidFill xmlns:a="http://schemas.openxmlformats.org/drawingml/2006/main">
            <a:srgbClr val="F4E8C8"/>
          </a:solidFill>
          <a:ln xmlns:a="http://schemas.openxmlformats.org/drawingml/2006/main" w="11430">
            <a:solidFill>
              <a:srgbClr val="132024"/>
            </a:solidFill>
            <a:prstDash val="solid"/>
          </a:ln>
        </p:spPr>
      </p:sp>
      <p:sp>
        <p:nvSpPr>
          <p:cNvPr id="16" name="">
            <a:extLst xmlns:a="http://schemas.openxmlformats.org/drawingml/2006/main">
              <a:ext uri="{FF2B5EF4-FFF2-40B4-BE49-F238E27FC236}">
                <a16:creationId xmlns:a16="http://schemas.microsoft.com/office/drawing/2014/main" id="{8DFB00F1-0F20-405E-9DA6-90CACED0CFFD}"/>
              </a:ext>
            </a:extLst>
          </p:cNvPr>
          <p:cNvSpPr>
            <a:spLocks xmlns:a="http://schemas.openxmlformats.org/drawingml/2006/main" noGrp="1"/>
          </p:cNvSpPr>
          <p:nvPr/>
        </p:nvSpPr>
        <p:spPr>
          <a:xfrm xmlns:a="http://schemas.openxmlformats.org/drawingml/2006/main">
            <a:off x="7772400" y="990600"/>
            <a:ext cx="76200" cy="8763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859978A6-2477-49C9-9B82-684EDE3230B9}"/>
              </a:ext>
            </a:extLst>
          </p:cNvPr>
          <p:cNvSpPr>
            <a:spLocks xmlns:a="http://schemas.openxmlformats.org/drawingml/2006/main" noGrp="1"/>
          </p:cNvSpPr>
          <p:nvPr/>
        </p:nvSpPr>
        <p:spPr>
          <a:xfrm xmlns:a="http://schemas.openxmlformats.org/drawingml/2006/main">
            <a:off x="7981950" y="1143000"/>
            <a:ext cx="33337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교수님 포인트: 결론보다 '지식-위키 체인'이 어떻게 만들어졌는지를 보여주는 발표</a:t>
            </a:r>
          </a:p>
        </p:txBody>
      </p:sp>
      <p:sp>
        <p:nvSpPr>
          <p:cNvPr id="18" name="">
            <a:extLst xmlns:a="http://schemas.openxmlformats.org/drawingml/2006/main">
              <a:ext uri="{FF2B5EF4-FFF2-40B4-BE49-F238E27FC236}">
                <a16:creationId xmlns:a16="http://schemas.microsoft.com/office/drawing/2014/main" id="{4E88EDD8-2FF9-4C25-B596-5BE92DA8F24D}"/>
              </a:ext>
            </a:extLst>
          </p:cNvPr>
          <p:cNvSpPr>
            <a:spLocks xmlns:a="http://schemas.openxmlformats.org/drawingml/2006/main" noGrp="1"/>
          </p:cNvSpPr>
          <p:nvPr/>
        </p:nvSpPr>
        <p:spPr>
          <a:xfrm xmlns:a="http://schemas.openxmlformats.org/drawingml/2006/main">
            <a:off x="6096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4536D79F-1D6C-4C32-AD36-5E43DB1D48C2}"/>
              </a:ext>
            </a:extLst>
          </p:cNvPr>
          <p:cNvSpPr>
            <a:spLocks xmlns:a="http://schemas.openxmlformats.org/drawingml/2006/main" noGrp="1"/>
          </p:cNvSpPr>
          <p:nvPr/>
        </p:nvSpPr>
        <p:spPr>
          <a:xfrm xmlns:a="http://schemas.openxmlformats.org/drawingml/2006/main">
            <a:off x="609600" y="2209800"/>
            <a:ext cx="32766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F8C30351-4669-4AA5-B7B7-086A403A6C04}"/>
              </a:ext>
            </a:extLst>
          </p:cNvPr>
          <p:cNvSpPr>
            <a:spLocks xmlns:a="http://schemas.openxmlformats.org/drawingml/2006/main" noGrp="1"/>
          </p:cNvSpPr>
          <p:nvPr/>
        </p:nvSpPr>
        <p:spPr>
          <a:xfrm xmlns:a="http://schemas.openxmlformats.org/drawingml/2006/main">
            <a:off x="8001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96</a:t>
            </a:r>
          </a:p>
        </p:txBody>
      </p:sp>
      <p:sp>
        <p:nvSpPr>
          <p:cNvPr id="21" name="">
            <a:extLst xmlns:a="http://schemas.openxmlformats.org/drawingml/2006/main">
              <a:ext uri="{FF2B5EF4-FFF2-40B4-BE49-F238E27FC236}">
                <a16:creationId xmlns:a16="http://schemas.microsoft.com/office/drawing/2014/main" id="{9CD20A99-901B-40A2-BB3C-E8C69D18B57A}"/>
              </a:ext>
            </a:extLst>
          </p:cNvPr>
          <p:cNvSpPr>
            <a:spLocks xmlns:a="http://schemas.openxmlformats.org/drawingml/2006/main" noGrp="1"/>
          </p:cNvSpPr>
          <p:nvPr/>
        </p:nvSpPr>
        <p:spPr>
          <a:xfrm xmlns:a="http://schemas.openxmlformats.org/drawingml/2006/main">
            <a:off x="8001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active source pages</a:t>
            </a:r>
          </a:p>
        </p:txBody>
      </p:sp>
      <p:sp>
        <p:nvSpPr>
          <p:cNvPr id="22" name="">
            <a:extLst xmlns:a="http://schemas.openxmlformats.org/drawingml/2006/main">
              <a:ext uri="{FF2B5EF4-FFF2-40B4-BE49-F238E27FC236}">
                <a16:creationId xmlns:a16="http://schemas.microsoft.com/office/drawing/2014/main" id="{9DBB5F9D-BE63-4C77-B0DA-42BC8BFB4EFF}"/>
              </a:ext>
            </a:extLst>
          </p:cNvPr>
          <p:cNvSpPr>
            <a:spLocks xmlns:a="http://schemas.openxmlformats.org/drawingml/2006/main" noGrp="1"/>
          </p:cNvSpPr>
          <p:nvPr/>
        </p:nvSpPr>
        <p:spPr>
          <a:xfrm xmlns:a="http://schemas.openxmlformats.org/drawingml/2006/main">
            <a:off x="8001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3" name="">
            <a:extLst xmlns:a="http://schemas.openxmlformats.org/drawingml/2006/main">
              <a:ext uri="{FF2B5EF4-FFF2-40B4-BE49-F238E27FC236}">
                <a16:creationId xmlns:a16="http://schemas.microsoft.com/office/drawing/2014/main" id="{1DE4734B-6C77-499A-A112-93A173C9D568}"/>
              </a:ext>
            </a:extLst>
          </p:cNvPr>
          <p:cNvSpPr>
            <a:spLocks xmlns:a="http://schemas.openxmlformats.org/drawingml/2006/main" noGrp="1"/>
          </p:cNvSpPr>
          <p:nvPr/>
        </p:nvSpPr>
        <p:spPr>
          <a:xfrm xmlns:a="http://schemas.openxmlformats.org/drawingml/2006/main">
            <a:off x="41148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4" name="">
            <a:extLst xmlns:a="http://schemas.openxmlformats.org/drawingml/2006/main">
              <a:ext uri="{FF2B5EF4-FFF2-40B4-BE49-F238E27FC236}">
                <a16:creationId xmlns:a16="http://schemas.microsoft.com/office/drawing/2014/main" id="{232AB3F2-08E1-4873-9415-28C01FE6984F}"/>
              </a:ext>
            </a:extLst>
          </p:cNvPr>
          <p:cNvSpPr>
            <a:spLocks xmlns:a="http://schemas.openxmlformats.org/drawingml/2006/main" noGrp="1"/>
          </p:cNvSpPr>
          <p:nvPr/>
        </p:nvSpPr>
        <p:spPr>
          <a:xfrm xmlns:a="http://schemas.openxmlformats.org/drawingml/2006/main">
            <a:off x="4114800" y="2209800"/>
            <a:ext cx="32766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1E2EEC91-D1DE-4A0F-8640-7D30A05434B2}"/>
              </a:ext>
            </a:extLst>
          </p:cNvPr>
          <p:cNvSpPr>
            <a:spLocks xmlns:a="http://schemas.openxmlformats.org/drawingml/2006/main" noGrp="1"/>
          </p:cNvSpPr>
          <p:nvPr/>
        </p:nvSpPr>
        <p:spPr>
          <a:xfrm xmlns:a="http://schemas.openxmlformats.org/drawingml/2006/main">
            <a:off x="43053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17</a:t>
            </a:r>
          </a:p>
        </p:txBody>
      </p:sp>
      <p:sp>
        <p:nvSpPr>
          <p:cNvPr id="26" name="">
            <a:extLst xmlns:a="http://schemas.openxmlformats.org/drawingml/2006/main">
              <a:ext uri="{FF2B5EF4-FFF2-40B4-BE49-F238E27FC236}">
                <a16:creationId xmlns:a16="http://schemas.microsoft.com/office/drawing/2014/main" id="{9D2B77D3-3986-4EFC-B3C7-B4BA498CEB2D}"/>
              </a:ext>
            </a:extLst>
          </p:cNvPr>
          <p:cNvSpPr>
            <a:spLocks xmlns:a="http://schemas.openxmlformats.org/drawingml/2006/main" noGrp="1"/>
          </p:cNvSpPr>
          <p:nvPr/>
        </p:nvSpPr>
        <p:spPr>
          <a:xfrm xmlns:a="http://schemas.openxmlformats.org/drawingml/2006/main">
            <a:off x="43053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brain cluster sources</a:t>
            </a:r>
          </a:p>
        </p:txBody>
      </p:sp>
      <p:sp>
        <p:nvSpPr>
          <p:cNvPr id="27" name="">
            <a:extLst xmlns:a="http://schemas.openxmlformats.org/drawingml/2006/main">
              <a:ext uri="{FF2B5EF4-FFF2-40B4-BE49-F238E27FC236}">
                <a16:creationId xmlns:a16="http://schemas.microsoft.com/office/drawing/2014/main" id="{BEF1AD21-D99E-4B66-8B91-F20E3941D253}"/>
              </a:ext>
            </a:extLst>
          </p:cNvPr>
          <p:cNvSpPr>
            <a:spLocks xmlns:a="http://schemas.openxmlformats.org/drawingml/2006/main" noGrp="1"/>
          </p:cNvSpPr>
          <p:nvPr/>
        </p:nvSpPr>
        <p:spPr>
          <a:xfrm xmlns:a="http://schemas.openxmlformats.org/drawingml/2006/main">
            <a:off x="43053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8" name="">
            <a:extLst xmlns:a="http://schemas.openxmlformats.org/drawingml/2006/main">
              <a:ext uri="{FF2B5EF4-FFF2-40B4-BE49-F238E27FC236}">
                <a16:creationId xmlns:a16="http://schemas.microsoft.com/office/drawing/2014/main" id="{9B1D46C5-AC0C-42F0-B1EE-43282A705759}"/>
              </a:ext>
            </a:extLst>
          </p:cNvPr>
          <p:cNvSpPr>
            <a:spLocks xmlns:a="http://schemas.openxmlformats.org/drawingml/2006/main" noGrp="1"/>
          </p:cNvSpPr>
          <p:nvPr/>
        </p:nvSpPr>
        <p:spPr>
          <a:xfrm xmlns:a="http://schemas.openxmlformats.org/drawingml/2006/main">
            <a:off x="76200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9" name="">
            <a:extLst xmlns:a="http://schemas.openxmlformats.org/drawingml/2006/main">
              <a:ext uri="{FF2B5EF4-FFF2-40B4-BE49-F238E27FC236}">
                <a16:creationId xmlns:a16="http://schemas.microsoft.com/office/drawing/2014/main" id="{1C0AC46D-7049-46F2-B66F-A5C5E0B655F6}"/>
              </a:ext>
            </a:extLst>
          </p:cNvPr>
          <p:cNvSpPr>
            <a:spLocks xmlns:a="http://schemas.openxmlformats.org/drawingml/2006/main" noGrp="1"/>
          </p:cNvSpPr>
          <p:nvPr/>
        </p:nvSpPr>
        <p:spPr>
          <a:xfrm xmlns:a="http://schemas.openxmlformats.org/drawingml/2006/main">
            <a:off x="7620000" y="2209800"/>
            <a:ext cx="32766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EB68EC74-B122-470E-ACE1-740774C95190}"/>
              </a:ext>
            </a:extLst>
          </p:cNvPr>
          <p:cNvSpPr>
            <a:spLocks xmlns:a="http://schemas.openxmlformats.org/drawingml/2006/main" noGrp="1"/>
          </p:cNvSpPr>
          <p:nvPr/>
        </p:nvSpPr>
        <p:spPr>
          <a:xfrm xmlns:a="http://schemas.openxmlformats.org/drawingml/2006/main">
            <a:off x="78105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3</a:t>
            </a:r>
          </a:p>
        </p:txBody>
      </p:sp>
      <p:sp>
        <p:nvSpPr>
          <p:cNvPr id="31" name="">
            <a:extLst xmlns:a="http://schemas.openxmlformats.org/drawingml/2006/main">
              <a:ext uri="{FF2B5EF4-FFF2-40B4-BE49-F238E27FC236}">
                <a16:creationId xmlns:a16="http://schemas.microsoft.com/office/drawing/2014/main" id="{F65A6C6F-7C75-4B85-8C1C-74A7DEA30A63}"/>
              </a:ext>
            </a:extLst>
          </p:cNvPr>
          <p:cNvSpPr>
            <a:spLocks xmlns:a="http://schemas.openxmlformats.org/drawingml/2006/main" noGrp="1"/>
          </p:cNvSpPr>
          <p:nvPr/>
        </p:nvSpPr>
        <p:spPr>
          <a:xfrm xmlns:a="http://schemas.openxmlformats.org/drawingml/2006/main">
            <a:off x="78105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core question notes in this talk</a:t>
            </a:r>
          </a:p>
        </p:txBody>
      </p:sp>
      <p:sp>
        <p:nvSpPr>
          <p:cNvPr id="32" name="">
            <a:extLst xmlns:a="http://schemas.openxmlformats.org/drawingml/2006/main">
              <a:ext uri="{FF2B5EF4-FFF2-40B4-BE49-F238E27FC236}">
                <a16:creationId xmlns:a16="http://schemas.microsoft.com/office/drawing/2014/main" id="{71A76A8F-2B6C-42F0-BC1D-65CF3B6DEC7D}"/>
              </a:ext>
            </a:extLst>
          </p:cNvPr>
          <p:cNvSpPr>
            <a:spLocks xmlns:a="http://schemas.openxmlformats.org/drawingml/2006/main" noGrp="1"/>
          </p:cNvSpPr>
          <p:nvPr/>
        </p:nvSpPr>
        <p:spPr>
          <a:xfrm xmlns:a="http://schemas.openxmlformats.org/drawingml/2006/main">
            <a:off x="78105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q1 -&gt; q2 -&gt; q3</a:t>
            </a:r>
          </a:p>
        </p:txBody>
      </p:sp>
      <p:sp>
        <p:nvSpPr>
          <p:cNvPr id="33" name="">
            <a:extLst xmlns:a="http://schemas.openxmlformats.org/drawingml/2006/main">
              <a:ext uri="{FF2B5EF4-FFF2-40B4-BE49-F238E27FC236}">
                <a16:creationId xmlns:a16="http://schemas.microsoft.com/office/drawing/2014/main" id="{432988C4-0F76-488A-BAB6-CF7F93C525A5}"/>
              </a:ext>
            </a:extLst>
          </p:cNvPr>
          <p:cNvSpPr>
            <a:spLocks xmlns:a="http://schemas.openxmlformats.org/drawingml/2006/main" noGrp="1"/>
          </p:cNvSpPr>
          <p:nvPr/>
        </p:nvSpPr>
        <p:spPr>
          <a:xfrm xmlns:a="http://schemas.openxmlformats.org/drawingml/2006/main">
            <a:off x="7810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4" name="">
            <a:extLst xmlns:a="http://schemas.openxmlformats.org/drawingml/2006/main">
              <a:ext uri="{FF2B5EF4-FFF2-40B4-BE49-F238E27FC236}">
                <a16:creationId xmlns:a16="http://schemas.microsoft.com/office/drawing/2014/main" id="{C5202E92-9CB4-4856-8F5A-1F795BE808F2}"/>
              </a:ext>
            </a:extLst>
          </p:cNvPr>
          <p:cNvSpPr>
            <a:spLocks xmlns:a="http://schemas.openxmlformats.org/drawingml/2006/main" noGrp="1"/>
          </p:cNvSpPr>
          <p:nvPr/>
        </p:nvSpPr>
        <p:spPr>
          <a:xfrm xmlns:a="http://schemas.openxmlformats.org/drawingml/2006/main">
            <a:off x="781050" y="3867150"/>
            <a:ext cx="29908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F5F750F4-C9D0-47BE-AF44-15B5D5EF4E79}"/>
              </a:ext>
            </a:extLst>
          </p:cNvPr>
          <p:cNvSpPr>
            <a:spLocks xmlns:a="http://schemas.openxmlformats.org/drawingml/2006/main" noGrp="1"/>
          </p:cNvSpPr>
          <p:nvPr/>
        </p:nvSpPr>
        <p:spPr>
          <a:xfrm xmlns:a="http://schemas.openxmlformats.org/drawingml/2006/main">
            <a:off x="9906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corpus browse</a:t>
            </a:r>
          </a:p>
        </p:txBody>
      </p:sp>
      <p:sp>
        <p:nvSpPr>
          <p:cNvPr id="36" name="">
            <a:extLst xmlns:a="http://schemas.openxmlformats.org/drawingml/2006/main">
              <a:ext uri="{FF2B5EF4-FFF2-40B4-BE49-F238E27FC236}">
                <a16:creationId xmlns:a16="http://schemas.microsoft.com/office/drawing/2014/main" id="{54936CC0-FCC7-4F91-B9C9-B2ED46CCDEB2}"/>
              </a:ext>
            </a:extLst>
          </p:cNvPr>
          <p:cNvSpPr>
            <a:spLocks xmlns:a="http://schemas.openxmlformats.org/drawingml/2006/main" noGrp="1"/>
          </p:cNvSpPr>
          <p:nvPr/>
        </p:nvSpPr>
        <p:spPr>
          <a:xfrm xmlns:a="http://schemas.openxmlformats.org/drawingml/2006/main">
            <a:off x="9906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index와 overview에서 organoid</a:t>
            </a:r>
          </a:p>
          <a:p xmlns:a="http://schemas.openxmlformats.org/drawingml/2006/main">
            <a:pPr algn="l">
              <a:defRPr sz="1200" b="0">
                <a:solidFill>
                  <a:srgbClr val="132024"/>
                </a:solidFill>
              </a:defRPr>
            </a:pPr>
            <a:r>
              <a:rPr sz="1200" b="0">
                <a:solidFill>
                  <a:srgbClr val="132024"/>
                </a:solidFill>
              </a:rPr>
              <a:t>corpus 전체 구조를 잡고, brain 관련</a:t>
            </a:r>
          </a:p>
          <a:p xmlns:a="http://schemas.openxmlformats.org/drawingml/2006/main">
            <a:pPr algn="l">
              <a:defRPr sz="1200" b="0">
                <a:solidFill>
                  <a:srgbClr val="132024"/>
                </a:solidFill>
              </a:defRPr>
            </a:pPr>
            <a:r>
              <a:rPr sz="1200" b="0">
                <a:solidFill>
                  <a:srgbClr val="132024"/>
                </a:solidFill>
              </a:rPr>
              <a:t>source와 concept page를 먼저</a:t>
            </a:r>
          </a:p>
          <a:p xmlns:a="http://schemas.openxmlformats.org/drawingml/2006/main">
            <a:pPr algn="l">
              <a:defRPr sz="1200" b="0">
                <a:solidFill>
                  <a:srgbClr val="132024"/>
                </a:solidFill>
              </a:defRPr>
            </a:pPr>
            <a:r>
              <a:rPr sz="1200" b="0">
                <a:solidFill>
                  <a:srgbClr val="132024"/>
                </a:solidFill>
              </a:rPr>
              <a:t>추렸다.</a:t>
            </a:r>
          </a:p>
        </p:txBody>
      </p:sp>
      <p:sp>
        <p:nvSpPr>
          <p:cNvPr id="37" name="">
            <a:extLst xmlns:a="http://schemas.openxmlformats.org/drawingml/2006/main">
              <a:ext uri="{FF2B5EF4-FFF2-40B4-BE49-F238E27FC236}">
                <a16:creationId xmlns:a16="http://schemas.microsoft.com/office/drawing/2014/main" id="{64D1C165-1B82-4F5E-881B-1F09963F02D2}"/>
              </a:ext>
            </a:extLst>
          </p:cNvPr>
          <p:cNvSpPr>
            <a:spLocks xmlns:a="http://schemas.openxmlformats.org/drawingml/2006/main" noGrp="1"/>
          </p:cNvSpPr>
          <p:nvPr/>
        </p:nvSpPr>
        <p:spPr>
          <a:xfrm xmlns:a="http://schemas.openxmlformats.org/drawingml/2006/main">
            <a:off x="39814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8" name="">
            <a:extLst xmlns:a="http://schemas.openxmlformats.org/drawingml/2006/main">
              <a:ext uri="{FF2B5EF4-FFF2-40B4-BE49-F238E27FC236}">
                <a16:creationId xmlns:a16="http://schemas.microsoft.com/office/drawing/2014/main" id="{BD27D43E-784C-48F7-A306-D54F22C5C248}"/>
              </a:ext>
            </a:extLst>
          </p:cNvPr>
          <p:cNvSpPr>
            <a:spLocks xmlns:a="http://schemas.openxmlformats.org/drawingml/2006/main" noGrp="1"/>
          </p:cNvSpPr>
          <p:nvPr/>
        </p:nvSpPr>
        <p:spPr>
          <a:xfrm xmlns:a="http://schemas.openxmlformats.org/drawingml/2006/main">
            <a:off x="48196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9" name="">
            <a:extLst xmlns:a="http://schemas.openxmlformats.org/drawingml/2006/main">
              <a:ext uri="{FF2B5EF4-FFF2-40B4-BE49-F238E27FC236}">
                <a16:creationId xmlns:a16="http://schemas.microsoft.com/office/drawing/2014/main" id="{5C1F5871-4550-49E2-AEB6-D9EF15A4EFAA}"/>
              </a:ext>
            </a:extLst>
          </p:cNvPr>
          <p:cNvSpPr>
            <a:spLocks xmlns:a="http://schemas.openxmlformats.org/drawingml/2006/main" noGrp="1"/>
          </p:cNvSpPr>
          <p:nvPr/>
        </p:nvSpPr>
        <p:spPr>
          <a:xfrm xmlns:a="http://schemas.openxmlformats.org/drawingml/2006/main">
            <a:off x="4819650" y="3867150"/>
            <a:ext cx="29908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4EB93884-ABF7-4743-A81F-7A4E892DED82}"/>
              </a:ext>
            </a:extLst>
          </p:cNvPr>
          <p:cNvSpPr>
            <a:spLocks xmlns:a="http://schemas.openxmlformats.org/drawingml/2006/main" noGrp="1"/>
          </p:cNvSpPr>
          <p:nvPr/>
        </p:nvSpPr>
        <p:spPr>
          <a:xfrm xmlns:a="http://schemas.openxmlformats.org/drawingml/2006/main">
            <a:off x="50292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first query</a:t>
            </a:r>
          </a:p>
        </p:txBody>
      </p:sp>
      <p:sp>
        <p:nvSpPr>
          <p:cNvPr id="41" name="">
            <a:extLst xmlns:a="http://schemas.openxmlformats.org/drawingml/2006/main">
              <a:ext uri="{FF2B5EF4-FFF2-40B4-BE49-F238E27FC236}">
                <a16:creationId xmlns:a16="http://schemas.microsoft.com/office/drawing/2014/main" id="{D0468369-A7A8-4D0D-8820-6EAC162A4BAA}"/>
              </a:ext>
            </a:extLst>
          </p:cNvPr>
          <p:cNvSpPr>
            <a:spLocks xmlns:a="http://schemas.openxmlformats.org/drawingml/2006/main" noGrp="1"/>
          </p:cNvSpPr>
          <p:nvPr/>
        </p:nvSpPr>
        <p:spPr>
          <a:xfrm xmlns:a="http://schemas.openxmlformats.org/drawingml/2006/main">
            <a:off x="50292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subregion별 프로토콜 차이를 정리하면서</a:t>
            </a:r>
          </a:p>
          <a:p xmlns:a="http://schemas.openxmlformats.org/drawingml/2006/main">
            <a:pPr algn="l">
              <a:defRPr sz="1200" b="0">
                <a:solidFill>
                  <a:srgbClr val="132024"/>
                </a:solidFill>
              </a:defRPr>
            </a:pPr>
            <a:r>
              <a:rPr sz="1200" b="0">
                <a:solidFill>
                  <a:srgbClr val="132024"/>
                </a:solidFill>
              </a:rPr>
              <a:t>region choice를 중심 질문으로</a:t>
            </a:r>
          </a:p>
          <a:p xmlns:a="http://schemas.openxmlformats.org/drawingml/2006/main">
            <a:pPr algn="l">
              <a:defRPr sz="1200" b="0">
                <a:solidFill>
                  <a:srgbClr val="132024"/>
                </a:solidFill>
              </a:defRPr>
            </a:pPr>
            <a:r>
              <a:rPr sz="1200" b="0">
                <a:solidFill>
                  <a:srgbClr val="132024"/>
                </a:solidFill>
              </a:rPr>
              <a:t>세웠다.</a:t>
            </a:r>
          </a:p>
        </p:txBody>
      </p:sp>
      <p:sp>
        <p:nvSpPr>
          <p:cNvPr id="42" name="">
            <a:extLst xmlns:a="http://schemas.openxmlformats.org/drawingml/2006/main">
              <a:ext uri="{FF2B5EF4-FFF2-40B4-BE49-F238E27FC236}">
                <a16:creationId xmlns:a16="http://schemas.microsoft.com/office/drawing/2014/main" id="{98DDCDC2-D011-47E2-A99C-8D27D0CB1799}"/>
              </a:ext>
            </a:extLst>
          </p:cNvPr>
          <p:cNvSpPr>
            <a:spLocks xmlns:a="http://schemas.openxmlformats.org/drawingml/2006/main" noGrp="1"/>
          </p:cNvSpPr>
          <p:nvPr/>
        </p:nvSpPr>
        <p:spPr>
          <a:xfrm xmlns:a="http://schemas.openxmlformats.org/drawingml/2006/main">
            <a:off x="80200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43" name="">
            <a:extLst xmlns:a="http://schemas.openxmlformats.org/drawingml/2006/main">
              <a:ext uri="{FF2B5EF4-FFF2-40B4-BE49-F238E27FC236}">
                <a16:creationId xmlns:a16="http://schemas.microsoft.com/office/drawing/2014/main" id="{EEBBB5FF-2400-4ED7-8CE6-0FB1C3ECA851}"/>
              </a:ext>
            </a:extLst>
          </p:cNvPr>
          <p:cNvSpPr>
            <a:spLocks xmlns:a="http://schemas.openxmlformats.org/drawingml/2006/main" noGrp="1"/>
          </p:cNvSpPr>
          <p:nvPr/>
        </p:nvSpPr>
        <p:spPr>
          <a:xfrm xmlns:a="http://schemas.openxmlformats.org/drawingml/2006/main">
            <a:off x="8858250" y="3867150"/>
            <a:ext cx="243840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44" name="">
            <a:extLst xmlns:a="http://schemas.openxmlformats.org/drawingml/2006/main">
              <a:ext uri="{FF2B5EF4-FFF2-40B4-BE49-F238E27FC236}">
                <a16:creationId xmlns:a16="http://schemas.microsoft.com/office/drawing/2014/main" id="{F27CBB80-C800-49D6-AB0A-D11EF48B8A50}"/>
              </a:ext>
            </a:extLst>
          </p:cNvPr>
          <p:cNvSpPr>
            <a:spLocks xmlns:a="http://schemas.openxmlformats.org/drawingml/2006/main" noGrp="1"/>
          </p:cNvSpPr>
          <p:nvPr/>
        </p:nvSpPr>
        <p:spPr>
          <a:xfrm xmlns:a="http://schemas.openxmlformats.org/drawingml/2006/main">
            <a:off x="8858250" y="3867150"/>
            <a:ext cx="24384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4D13BD46-877A-41AA-AED2-6B85C85C42F4}"/>
              </a:ext>
            </a:extLst>
          </p:cNvPr>
          <p:cNvSpPr>
            <a:spLocks xmlns:a="http://schemas.openxmlformats.org/drawingml/2006/main" noGrp="1"/>
          </p:cNvSpPr>
          <p:nvPr/>
        </p:nvSpPr>
        <p:spPr>
          <a:xfrm xmlns:a="http://schemas.openxmlformats.org/drawingml/2006/main">
            <a:off x="9067800" y="4057650"/>
            <a:ext cx="2019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refined query</a:t>
            </a:r>
          </a:p>
        </p:txBody>
      </p:sp>
      <p:sp>
        <p:nvSpPr>
          <p:cNvPr id="46" name="">
            <a:extLst xmlns:a="http://schemas.openxmlformats.org/drawingml/2006/main">
              <a:ext uri="{FF2B5EF4-FFF2-40B4-BE49-F238E27FC236}">
                <a16:creationId xmlns:a16="http://schemas.microsoft.com/office/drawing/2014/main" id="{E5B21E47-3ADD-4F78-B439-BE918C7C3E59}"/>
              </a:ext>
            </a:extLst>
          </p:cNvPr>
          <p:cNvSpPr>
            <a:spLocks xmlns:a="http://schemas.openxmlformats.org/drawingml/2006/main" noGrp="1"/>
          </p:cNvSpPr>
          <p:nvPr/>
        </p:nvSpPr>
        <p:spPr>
          <a:xfrm xmlns:a="http://schemas.openxmlformats.org/drawingml/2006/main">
            <a:off x="9067800" y="4476750"/>
            <a:ext cx="201930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질문만으로는 부족하다는 걸 발견하고</a:t>
            </a:r>
          </a:p>
          <a:p xmlns:a="http://schemas.openxmlformats.org/drawingml/2006/main">
            <a:pPr algn="l">
              <a:defRPr sz="1200" b="0">
                <a:solidFill>
                  <a:srgbClr val="132024"/>
                </a:solidFill>
              </a:defRPr>
            </a:pPr>
            <a:r>
              <a:rPr sz="1200" b="0">
                <a:solidFill>
                  <a:srgbClr val="132024"/>
                </a:solidFill>
              </a:rPr>
              <a:t>benchmark와 readout</a:t>
            </a:r>
          </a:p>
          <a:p xmlns:a="http://schemas.openxmlformats.org/drawingml/2006/main">
            <a:pPr algn="l">
              <a:defRPr sz="1200" b="0">
                <a:solidFill>
                  <a:srgbClr val="132024"/>
                </a:solidFill>
              </a:defRPr>
            </a:pPr>
            <a:r>
              <a:rPr sz="1200" b="0">
                <a:solidFill>
                  <a:srgbClr val="132024"/>
                </a:solidFill>
              </a:rPr>
              <a:t>질문으로 확장했다.</a:t>
            </a:r>
          </a:p>
        </p:txBody>
      </p:sp>
      <p:sp>
        <p:nvSpPr>
          <p:cNvPr id="47" name="">
            <a:extLst xmlns:a="http://schemas.openxmlformats.org/drawingml/2006/main">
              <a:ext uri="{FF2B5EF4-FFF2-40B4-BE49-F238E27FC236}">
                <a16:creationId xmlns:a16="http://schemas.microsoft.com/office/drawing/2014/main" id="{7AC9ED51-F7D4-4C87-A3B2-6FC651FA376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오늘 발표는 이 세 단계 자체를 보여주는 발표다.</a:t>
            </a:r>
          </a:p>
        </p:txBody>
      </p:sp>
    </p:spTree>
    <p:extLst>
      <p:ext uri="{BB962C8B-B14F-4D97-AF65-F5344CB8AC3E}">
        <p14:creationId xmlns:p14="http://schemas.microsoft.com/office/powerpoint/2010/main" val="242126894"/>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9af00f58de549e2"/>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C9A74251-F653-4730-8943-C4118B6FFB5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54C812D5-78F1-4213-AF05-B2E809E61812}"/>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79F6FB29-1162-4A89-BF1E-FD667CC4228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039D5736-6FF5-4C9D-94D3-04891BD83F63}"/>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8F0E6FF1-BD1E-4419-A224-C9BEED89B127}"/>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93B4A495-0C8E-4995-B9AC-350CF9A9680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B9CDF26-B787-4B70-880A-38D4410F581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D006DB2C-CBD2-43F7-9358-AAB0084559A4}"/>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09</a:t>
            </a:r>
          </a:p>
        </p:txBody>
      </p:sp>
      <p:sp>
        <p:nvSpPr>
          <p:cNvPr id="11" name="">
            <a:extLst xmlns:a="http://schemas.openxmlformats.org/drawingml/2006/main">
              <a:ext uri="{FF2B5EF4-FFF2-40B4-BE49-F238E27FC236}">
                <a16:creationId xmlns:a16="http://schemas.microsoft.com/office/drawing/2014/main" id="{C3E124F3-59D2-4421-A781-2F0AEF1E2E74}"/>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47FE51FD-4A1B-45D3-85B7-86F239C88B85}"/>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CB0ED1C0-E045-4DD4-8118-8F6D8B6CFEEC}"/>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질문: brain subregion별</a:t>
            </a:r>
          </a:p>
          <a:p xmlns:a="http://schemas.openxmlformats.org/drawingml/2006/main">
            <a:pPr algn="l">
              <a:defRPr sz="2850" b="1">
                <a:solidFill>
                  <a:srgbClr val="132024"/>
                </a:solidFill>
              </a:defRPr>
            </a:pPr>
            <a:r>
              <a:rPr sz="2850" b="1">
                <a:solidFill>
                  <a:srgbClr val="132024"/>
                </a:solidFill>
              </a:rPr>
              <a:t>프로토콜 비교</a:t>
            </a:r>
          </a:p>
        </p:txBody>
      </p:sp>
      <p:sp>
        <p:nvSpPr>
          <p:cNvPr id="14" name="">
            <a:extLst xmlns:a="http://schemas.openxmlformats.org/drawingml/2006/main">
              <a:ext uri="{FF2B5EF4-FFF2-40B4-BE49-F238E27FC236}">
                <a16:creationId xmlns:a16="http://schemas.microsoft.com/office/drawing/2014/main" id="{D661FF4F-E201-4E84-B09D-DE40557B415A}"/>
              </a:ext>
            </a:extLst>
          </p:cNvPr>
          <p:cNvSpPr>
            <a:spLocks xmlns:a="http://schemas.openxmlformats.org/drawingml/2006/main" noGrp="1"/>
          </p:cNvSpPr>
          <p:nvPr/>
        </p:nvSpPr>
        <p:spPr>
          <a:xfrm xmlns:a="http://schemas.openxmlformats.org/drawingml/2006/main">
            <a:off x="628650" y="2038350"/>
            <a:ext cx="685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344146"/>
                </a:solidFill>
              </a:defRPr>
            </a:pPr>
            <a:r>
              <a:rPr sz="1350" b="0">
                <a:solidFill>
                  <a:srgbClr val="344146"/>
                </a:solidFill>
              </a:rPr>
              <a:t>처음에는 '어느 뇌 영역을 만들 것인가'가</a:t>
            </a:r>
          </a:p>
          <a:p xmlns:a="http://schemas.openxmlformats.org/drawingml/2006/main">
            <a:pPr algn="l">
              <a:defRPr sz="1350" b="0">
                <a:solidFill>
                  <a:srgbClr val="344146"/>
                </a:solidFill>
              </a:defRPr>
            </a:pPr>
            <a:r>
              <a:rPr sz="1350" b="0">
                <a:solidFill>
                  <a:srgbClr val="344146"/>
                </a:solidFill>
              </a:rPr>
              <a:t>가장 중요한 비교 기준처럼 보였다.</a:t>
            </a:r>
          </a:p>
        </p:txBody>
      </p:sp>
      <p:sp>
        <p:nvSpPr>
          <p:cNvPr id="15" name="">
            <a:extLst xmlns:a="http://schemas.openxmlformats.org/drawingml/2006/main">
              <a:ext uri="{FF2B5EF4-FFF2-40B4-BE49-F238E27FC236}">
                <a16:creationId xmlns:a16="http://schemas.microsoft.com/office/drawing/2014/main" id="{A8B85DE6-F782-4E45-A153-120475B745A8}"/>
              </a:ext>
            </a:extLst>
          </p:cNvPr>
          <p:cNvSpPr>
            <a:spLocks xmlns:a="http://schemas.openxmlformats.org/drawingml/2006/main" noGrp="1"/>
          </p:cNvSpPr>
          <p:nvPr/>
        </p:nvSpPr>
        <p:spPr>
          <a:xfrm xmlns:a="http://schemas.openxmlformats.org/drawingml/2006/main">
            <a:off x="4495800" y="2609850"/>
            <a:ext cx="2667000" cy="1104900"/>
          </a:xfrm>
          <a:prstGeom xmlns:a="http://schemas.openxmlformats.org/drawingml/2006/main" prst="roundRect">
            <a:avLst>
              <a:gd name="adj" fmla="val 6897"/>
            </a:avLst>
          </a:prstGeom>
          <a:solidFill xmlns:a="http://schemas.openxmlformats.org/drawingml/2006/main">
            <a:srgbClr val="DDF4E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48519F90-D868-43CD-9E3A-5B9F1EEB1036}"/>
              </a:ext>
            </a:extLst>
          </p:cNvPr>
          <p:cNvSpPr>
            <a:spLocks xmlns:a="http://schemas.openxmlformats.org/drawingml/2006/main" noGrp="1"/>
          </p:cNvSpPr>
          <p:nvPr/>
        </p:nvSpPr>
        <p:spPr>
          <a:xfrm xmlns:a="http://schemas.openxmlformats.org/drawingml/2006/main">
            <a:off x="4495800" y="2609850"/>
            <a:ext cx="66675" cy="11049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28CE8A7A-FF9B-4891-A116-B2DC29E98CE8}"/>
              </a:ext>
            </a:extLst>
          </p:cNvPr>
          <p:cNvSpPr>
            <a:spLocks xmlns:a="http://schemas.openxmlformats.org/drawingml/2006/main" noGrp="1"/>
          </p:cNvSpPr>
          <p:nvPr/>
        </p:nvSpPr>
        <p:spPr>
          <a:xfrm xmlns:a="http://schemas.openxmlformats.org/drawingml/2006/main">
            <a:off x="46672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8" name="">
            <a:extLst xmlns:a="http://schemas.openxmlformats.org/drawingml/2006/main">
              <a:ext uri="{FF2B5EF4-FFF2-40B4-BE49-F238E27FC236}">
                <a16:creationId xmlns:a16="http://schemas.microsoft.com/office/drawing/2014/main" id="{4BAC7AD7-03EF-42B2-8002-98742E0ADDCB}"/>
              </a:ext>
            </a:extLst>
          </p:cNvPr>
          <p:cNvSpPr>
            <a:spLocks xmlns:a="http://schemas.openxmlformats.org/drawingml/2006/main" noGrp="1"/>
          </p:cNvSpPr>
          <p:nvPr/>
        </p:nvSpPr>
        <p:spPr>
          <a:xfrm xmlns:a="http://schemas.openxmlformats.org/drawingml/2006/main">
            <a:off x="4667250" y="3048000"/>
            <a:ext cx="2343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Q1 | brain subregion별 프로토콜 비교</a:t>
            </a:r>
          </a:p>
        </p:txBody>
      </p:sp>
      <p:sp>
        <p:nvSpPr>
          <p:cNvPr id="19" name="">
            <a:extLst xmlns:a="http://schemas.openxmlformats.org/drawingml/2006/main">
              <a:ext uri="{FF2B5EF4-FFF2-40B4-BE49-F238E27FC236}">
                <a16:creationId xmlns:a16="http://schemas.microsoft.com/office/drawing/2014/main" id="{77302AFE-6DB1-4F90-B753-2F0AFD92A0ED}"/>
              </a:ext>
            </a:extLst>
          </p:cNvPr>
          <p:cNvSpPr>
            <a:spLocks xmlns:a="http://schemas.openxmlformats.org/drawingml/2006/main" noGrp="1"/>
          </p:cNvSpPr>
          <p:nvPr/>
        </p:nvSpPr>
        <p:spPr>
          <a:xfrm xmlns:a="http://schemas.openxmlformats.org/drawingml/2006/main">
            <a:off x="4667250" y="3295650"/>
            <a:ext cx="23431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region을 만들 것인가?</a:t>
            </a:r>
          </a:p>
        </p:txBody>
      </p:sp>
      <p:sp>
        <p:nvSpPr>
          <p:cNvPr id="20" name="">
            <a:extLst xmlns:a="http://schemas.openxmlformats.org/drawingml/2006/main">
              <a:ext uri="{FF2B5EF4-FFF2-40B4-BE49-F238E27FC236}">
                <a16:creationId xmlns:a16="http://schemas.microsoft.com/office/drawing/2014/main" id="{3FFE4EC7-FCBF-425C-BF80-CA69C528D05F}"/>
              </a:ext>
            </a:extLst>
          </p:cNvPr>
          <p:cNvSpPr>
            <a:spLocks xmlns:a="http://schemas.openxmlformats.org/drawingml/2006/main" noGrp="1"/>
          </p:cNvSpPr>
          <p:nvPr/>
        </p:nvSpPr>
        <p:spPr>
          <a:xfrm xmlns:a="http://schemas.openxmlformats.org/drawingml/2006/main">
            <a:off x="933450" y="17907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C2DC5EE5-6D14-42F0-9251-E8B80CB69628}"/>
              </a:ext>
            </a:extLst>
          </p:cNvPr>
          <p:cNvSpPr>
            <a:spLocks xmlns:a="http://schemas.openxmlformats.org/drawingml/2006/main" noGrp="1"/>
          </p:cNvSpPr>
          <p:nvPr/>
        </p:nvSpPr>
        <p:spPr>
          <a:xfrm xmlns:a="http://schemas.openxmlformats.org/drawingml/2006/main">
            <a:off x="933450" y="17907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7A44AB59-9EF1-4D7E-BBA3-7B0D7FE152D1}"/>
              </a:ext>
            </a:extLst>
          </p:cNvPr>
          <p:cNvSpPr>
            <a:spLocks xmlns:a="http://schemas.openxmlformats.org/drawingml/2006/main" noGrp="1"/>
          </p:cNvSpPr>
          <p:nvPr/>
        </p:nvSpPr>
        <p:spPr>
          <a:xfrm xmlns:a="http://schemas.openxmlformats.org/drawingml/2006/main">
            <a:off x="1104900" y="19431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3" name="">
            <a:extLst xmlns:a="http://schemas.openxmlformats.org/drawingml/2006/main">
              <a:ext uri="{FF2B5EF4-FFF2-40B4-BE49-F238E27FC236}">
                <a16:creationId xmlns:a16="http://schemas.microsoft.com/office/drawing/2014/main" id="{2E93400D-D60C-4047-A340-F214C842B5FD}"/>
              </a:ext>
            </a:extLst>
          </p:cNvPr>
          <p:cNvSpPr>
            <a:spLocks xmlns:a="http://schemas.openxmlformats.org/drawingml/2006/main" noGrp="1"/>
          </p:cNvSpPr>
          <p:nvPr/>
        </p:nvSpPr>
        <p:spPr>
          <a:xfrm xmlns:a="http://schemas.openxmlformats.org/drawingml/2006/main">
            <a:off x="1104900" y="22288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Lancaster 2014</a:t>
            </a:r>
          </a:p>
        </p:txBody>
      </p:sp>
      <p:sp>
        <p:nvSpPr>
          <p:cNvPr id="24" name="">
            <a:extLst xmlns:a="http://schemas.openxmlformats.org/drawingml/2006/main">
              <a:ext uri="{FF2B5EF4-FFF2-40B4-BE49-F238E27FC236}">
                <a16:creationId xmlns:a16="http://schemas.microsoft.com/office/drawing/2014/main" id="{27093ED0-0CEC-436C-87E9-B6B367F58BCB}"/>
              </a:ext>
            </a:extLst>
          </p:cNvPr>
          <p:cNvSpPr>
            <a:spLocks xmlns:a="http://schemas.openxmlformats.org/drawingml/2006/main" noGrp="1"/>
          </p:cNvSpPr>
          <p:nvPr/>
        </p:nvSpPr>
        <p:spPr>
          <a:xfrm xmlns:a="http://schemas.openxmlformats.org/drawingml/2006/main">
            <a:off x="1104900" y="24765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p:txBody>
      </p:sp>
      <p:sp>
        <p:nvSpPr>
          <p:cNvPr id="25" name="">
            <a:extLst xmlns:a="http://schemas.openxmlformats.org/drawingml/2006/main">
              <a:ext uri="{FF2B5EF4-FFF2-40B4-BE49-F238E27FC236}">
                <a16:creationId xmlns:a16="http://schemas.microsoft.com/office/drawing/2014/main" id="{71227CA5-EA45-4D2C-91A0-B396E4CA15DA}"/>
              </a:ext>
            </a:extLst>
          </p:cNvPr>
          <p:cNvSpPr>
            <a:spLocks xmlns:a="http://schemas.openxmlformats.org/drawingml/2006/main" noGrp="1"/>
          </p:cNvSpPr>
          <p:nvPr/>
        </p:nvSpPr>
        <p:spPr>
          <a:xfrm xmlns:a="http://schemas.openxmlformats.org/drawingml/2006/main">
            <a:off x="2819400" y="12192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B32C03CE-EEDB-4817-A462-1211AB58E5AA}"/>
              </a:ext>
            </a:extLst>
          </p:cNvPr>
          <p:cNvSpPr>
            <a:spLocks xmlns:a="http://schemas.openxmlformats.org/drawingml/2006/main" noGrp="1"/>
          </p:cNvSpPr>
          <p:nvPr/>
        </p:nvSpPr>
        <p:spPr>
          <a:xfrm xmlns:a="http://schemas.openxmlformats.org/drawingml/2006/main">
            <a:off x="2819400" y="12192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D1D9020F-081A-4B20-9AAD-BE72F999C322}"/>
              </a:ext>
            </a:extLst>
          </p:cNvPr>
          <p:cNvSpPr>
            <a:spLocks xmlns:a="http://schemas.openxmlformats.org/drawingml/2006/main" noGrp="1"/>
          </p:cNvSpPr>
          <p:nvPr/>
        </p:nvSpPr>
        <p:spPr>
          <a:xfrm xmlns:a="http://schemas.openxmlformats.org/drawingml/2006/main">
            <a:off x="2990850" y="13716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8" name="">
            <a:extLst xmlns:a="http://schemas.openxmlformats.org/drawingml/2006/main">
              <a:ext uri="{FF2B5EF4-FFF2-40B4-BE49-F238E27FC236}">
                <a16:creationId xmlns:a16="http://schemas.microsoft.com/office/drawing/2014/main" id="{4441E4AC-C379-4318-862F-786CD81A0EB6}"/>
              </a:ext>
            </a:extLst>
          </p:cNvPr>
          <p:cNvSpPr>
            <a:spLocks xmlns:a="http://schemas.openxmlformats.org/drawingml/2006/main" noGrp="1"/>
          </p:cNvSpPr>
          <p:nvPr/>
        </p:nvSpPr>
        <p:spPr>
          <a:xfrm xmlns:a="http://schemas.openxmlformats.org/drawingml/2006/main">
            <a:off x="2990850" y="16573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Sloan 2018</a:t>
            </a:r>
          </a:p>
        </p:txBody>
      </p:sp>
      <p:sp>
        <p:nvSpPr>
          <p:cNvPr id="29" name="">
            <a:extLst xmlns:a="http://schemas.openxmlformats.org/drawingml/2006/main">
              <a:ext uri="{FF2B5EF4-FFF2-40B4-BE49-F238E27FC236}">
                <a16:creationId xmlns:a16="http://schemas.microsoft.com/office/drawing/2014/main" id="{B0672947-4E51-4069-89B9-E263B862F24F}"/>
              </a:ext>
            </a:extLst>
          </p:cNvPr>
          <p:cNvSpPr>
            <a:spLocks xmlns:a="http://schemas.openxmlformats.org/drawingml/2006/main" noGrp="1"/>
          </p:cNvSpPr>
          <p:nvPr/>
        </p:nvSpPr>
        <p:spPr>
          <a:xfrm xmlns:a="http://schemas.openxmlformats.org/drawingml/2006/main">
            <a:off x="2990850" y="19050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dorsal / ventral</a:t>
            </a:r>
          </a:p>
          <a:p xmlns:a="http://schemas.openxmlformats.org/drawingml/2006/main">
            <a:pPr algn="l">
              <a:defRPr sz="825" b="0">
                <a:solidFill>
                  <a:srgbClr val="344146"/>
                </a:solidFill>
              </a:defRPr>
            </a:pPr>
            <a:r>
              <a:rPr sz="825" b="0">
                <a:solidFill>
                  <a:srgbClr val="344146"/>
                </a:solidFill>
              </a:rPr>
              <a:t>forebrain</a:t>
            </a:r>
          </a:p>
        </p:txBody>
      </p:sp>
      <p:sp>
        <p:nvSpPr>
          <p:cNvPr id="30" name="">
            <a:extLst xmlns:a="http://schemas.openxmlformats.org/drawingml/2006/main">
              <a:ext uri="{FF2B5EF4-FFF2-40B4-BE49-F238E27FC236}">
                <a16:creationId xmlns:a16="http://schemas.microsoft.com/office/drawing/2014/main" id="{9E79DA4A-31E1-437E-903A-CA7A5754423C}"/>
              </a:ext>
            </a:extLst>
          </p:cNvPr>
          <p:cNvSpPr>
            <a:spLocks xmlns:a="http://schemas.openxmlformats.org/drawingml/2006/main" noGrp="1"/>
          </p:cNvSpPr>
          <p:nvPr/>
        </p:nvSpPr>
        <p:spPr>
          <a:xfrm xmlns:a="http://schemas.openxmlformats.org/drawingml/2006/main">
            <a:off x="7658100" y="12573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5A1A11DB-2E04-4E1A-B259-0156619A7115}"/>
              </a:ext>
            </a:extLst>
          </p:cNvPr>
          <p:cNvSpPr>
            <a:spLocks xmlns:a="http://schemas.openxmlformats.org/drawingml/2006/main" noGrp="1"/>
          </p:cNvSpPr>
          <p:nvPr/>
        </p:nvSpPr>
        <p:spPr>
          <a:xfrm xmlns:a="http://schemas.openxmlformats.org/drawingml/2006/main">
            <a:off x="7658100" y="12573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0F63F19F-F64D-4505-A479-C2A3477EF7DE}"/>
              </a:ext>
            </a:extLst>
          </p:cNvPr>
          <p:cNvSpPr>
            <a:spLocks xmlns:a="http://schemas.openxmlformats.org/drawingml/2006/main" noGrp="1"/>
          </p:cNvSpPr>
          <p:nvPr/>
        </p:nvSpPr>
        <p:spPr>
          <a:xfrm xmlns:a="http://schemas.openxmlformats.org/drawingml/2006/main">
            <a:off x="7829550" y="1409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3" name="">
            <a:extLst xmlns:a="http://schemas.openxmlformats.org/drawingml/2006/main">
              <a:ext uri="{FF2B5EF4-FFF2-40B4-BE49-F238E27FC236}">
                <a16:creationId xmlns:a16="http://schemas.microsoft.com/office/drawing/2014/main" id="{44C75B90-2FBB-434C-BFB1-4CFACA7D91AC}"/>
              </a:ext>
            </a:extLst>
          </p:cNvPr>
          <p:cNvSpPr>
            <a:spLocks xmlns:a="http://schemas.openxmlformats.org/drawingml/2006/main" noGrp="1"/>
          </p:cNvSpPr>
          <p:nvPr/>
        </p:nvSpPr>
        <p:spPr>
          <a:xfrm xmlns:a="http://schemas.openxmlformats.org/drawingml/2006/main">
            <a:off x="7829550" y="16954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Fitzgerald 2024</a:t>
            </a:r>
          </a:p>
        </p:txBody>
      </p:sp>
      <p:sp>
        <p:nvSpPr>
          <p:cNvPr id="34" name="">
            <a:extLst xmlns:a="http://schemas.openxmlformats.org/drawingml/2006/main">
              <a:ext uri="{FF2B5EF4-FFF2-40B4-BE49-F238E27FC236}">
                <a16:creationId xmlns:a16="http://schemas.microsoft.com/office/drawing/2014/main" id="{3269867F-984B-4B79-9256-0AC2FD941962}"/>
              </a:ext>
            </a:extLst>
          </p:cNvPr>
          <p:cNvSpPr>
            <a:spLocks xmlns:a="http://schemas.openxmlformats.org/drawingml/2006/main" noGrp="1"/>
          </p:cNvSpPr>
          <p:nvPr/>
        </p:nvSpPr>
        <p:spPr>
          <a:xfrm xmlns:a="http://schemas.openxmlformats.org/drawingml/2006/main">
            <a:off x="7829550" y="19431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semi-guided</a:t>
            </a:r>
          </a:p>
          <a:p xmlns:a="http://schemas.openxmlformats.org/drawingml/2006/main">
            <a:pPr algn="l">
              <a:defRPr sz="825" b="0">
                <a:solidFill>
                  <a:srgbClr val="344146"/>
                </a:solidFill>
              </a:defRPr>
            </a:pPr>
            <a:r>
              <a:rPr sz="825" b="0">
                <a:solidFill>
                  <a:srgbClr val="344146"/>
                </a:solidFill>
              </a:rPr>
              <a:t>cortical</a:t>
            </a:r>
          </a:p>
        </p:txBody>
      </p:sp>
      <p:sp>
        <p:nvSpPr>
          <p:cNvPr id="35" name="">
            <a:extLst xmlns:a="http://schemas.openxmlformats.org/drawingml/2006/main">
              <a:ext uri="{FF2B5EF4-FFF2-40B4-BE49-F238E27FC236}">
                <a16:creationId xmlns:a16="http://schemas.microsoft.com/office/drawing/2014/main" id="{7E378AA8-02C4-4207-860D-1A340BA951F9}"/>
              </a:ext>
            </a:extLst>
          </p:cNvPr>
          <p:cNvSpPr>
            <a:spLocks xmlns:a="http://schemas.openxmlformats.org/drawingml/2006/main" noGrp="1"/>
          </p:cNvSpPr>
          <p:nvPr/>
        </p:nvSpPr>
        <p:spPr>
          <a:xfrm xmlns:a="http://schemas.openxmlformats.org/drawingml/2006/main">
            <a:off x="9563100" y="2000250"/>
            <a:ext cx="16573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6" name="">
            <a:extLst xmlns:a="http://schemas.openxmlformats.org/drawingml/2006/main">
              <a:ext uri="{FF2B5EF4-FFF2-40B4-BE49-F238E27FC236}">
                <a16:creationId xmlns:a16="http://schemas.microsoft.com/office/drawing/2014/main" id="{80D8A7D6-1985-44EE-8D7F-18ED6CAC7413}"/>
              </a:ext>
            </a:extLst>
          </p:cNvPr>
          <p:cNvSpPr>
            <a:spLocks xmlns:a="http://schemas.openxmlformats.org/drawingml/2006/main" noGrp="1"/>
          </p:cNvSpPr>
          <p:nvPr/>
        </p:nvSpPr>
        <p:spPr>
          <a:xfrm xmlns:a="http://schemas.openxmlformats.org/drawingml/2006/main">
            <a:off x="9563100" y="20002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523F5A8F-FA18-44D8-A1D0-B1851DF52F8D}"/>
              </a:ext>
            </a:extLst>
          </p:cNvPr>
          <p:cNvSpPr>
            <a:spLocks xmlns:a="http://schemas.openxmlformats.org/drawingml/2006/main" noGrp="1"/>
          </p:cNvSpPr>
          <p:nvPr/>
        </p:nvSpPr>
        <p:spPr>
          <a:xfrm xmlns:a="http://schemas.openxmlformats.org/drawingml/2006/main">
            <a:off x="9734550" y="21526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8" name="">
            <a:extLst xmlns:a="http://schemas.openxmlformats.org/drawingml/2006/main">
              <a:ext uri="{FF2B5EF4-FFF2-40B4-BE49-F238E27FC236}">
                <a16:creationId xmlns:a16="http://schemas.microsoft.com/office/drawing/2014/main" id="{4A808DC1-94BD-4C87-A6B5-2A722561E39B}"/>
              </a:ext>
            </a:extLst>
          </p:cNvPr>
          <p:cNvSpPr>
            <a:spLocks xmlns:a="http://schemas.openxmlformats.org/drawingml/2006/main" noGrp="1"/>
          </p:cNvSpPr>
          <p:nvPr/>
        </p:nvSpPr>
        <p:spPr>
          <a:xfrm xmlns:a="http://schemas.openxmlformats.org/drawingml/2006/main">
            <a:off x="9734550" y="2438400"/>
            <a:ext cx="1333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Zagare 2021</a:t>
            </a:r>
          </a:p>
        </p:txBody>
      </p:sp>
      <p:sp>
        <p:nvSpPr>
          <p:cNvPr id="39" name="">
            <a:extLst xmlns:a="http://schemas.openxmlformats.org/drawingml/2006/main">
              <a:ext uri="{FF2B5EF4-FFF2-40B4-BE49-F238E27FC236}">
                <a16:creationId xmlns:a16="http://schemas.microsoft.com/office/drawing/2014/main" id="{DD43AAF6-EBD1-4E40-9DD3-0C30F16C5E7B}"/>
              </a:ext>
            </a:extLst>
          </p:cNvPr>
          <p:cNvSpPr>
            <a:spLocks xmlns:a="http://schemas.openxmlformats.org/drawingml/2006/main" noGrp="1"/>
          </p:cNvSpPr>
          <p:nvPr/>
        </p:nvSpPr>
        <p:spPr>
          <a:xfrm xmlns:a="http://schemas.openxmlformats.org/drawingml/2006/main">
            <a:off x="9734550" y="2686050"/>
            <a:ext cx="1333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midbrain</a:t>
            </a:r>
          </a:p>
        </p:txBody>
      </p:sp>
      <p:sp>
        <p:nvSpPr>
          <p:cNvPr id="40" name="">
            <a:extLst xmlns:a="http://schemas.openxmlformats.org/drawingml/2006/main">
              <a:ext uri="{FF2B5EF4-FFF2-40B4-BE49-F238E27FC236}">
                <a16:creationId xmlns:a16="http://schemas.microsoft.com/office/drawing/2014/main" id="{80EE4916-1444-4909-9513-39AFAE837B26}"/>
              </a:ext>
            </a:extLst>
          </p:cNvPr>
          <p:cNvSpPr>
            <a:spLocks xmlns:a="http://schemas.openxmlformats.org/drawingml/2006/main" noGrp="1"/>
          </p:cNvSpPr>
          <p:nvPr/>
        </p:nvSpPr>
        <p:spPr>
          <a:xfrm xmlns:a="http://schemas.openxmlformats.org/drawingml/2006/main">
            <a:off x="9486900" y="36766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1" name="">
            <a:extLst xmlns:a="http://schemas.openxmlformats.org/drawingml/2006/main">
              <a:ext uri="{FF2B5EF4-FFF2-40B4-BE49-F238E27FC236}">
                <a16:creationId xmlns:a16="http://schemas.microsoft.com/office/drawing/2014/main" id="{D74583F9-9176-42DE-94C5-8BB404468311}"/>
              </a:ext>
            </a:extLst>
          </p:cNvPr>
          <p:cNvSpPr>
            <a:spLocks xmlns:a="http://schemas.openxmlformats.org/drawingml/2006/main" noGrp="1"/>
          </p:cNvSpPr>
          <p:nvPr/>
        </p:nvSpPr>
        <p:spPr>
          <a:xfrm xmlns:a="http://schemas.openxmlformats.org/drawingml/2006/main">
            <a:off x="9486900" y="36766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04812895-09CA-432B-AE7D-E5F1C81C3D7F}"/>
              </a:ext>
            </a:extLst>
          </p:cNvPr>
          <p:cNvSpPr>
            <a:spLocks xmlns:a="http://schemas.openxmlformats.org/drawingml/2006/main" noGrp="1"/>
          </p:cNvSpPr>
          <p:nvPr/>
        </p:nvSpPr>
        <p:spPr>
          <a:xfrm xmlns:a="http://schemas.openxmlformats.org/drawingml/2006/main">
            <a:off x="9658350" y="38290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3" name="">
            <a:extLst xmlns:a="http://schemas.openxmlformats.org/drawingml/2006/main">
              <a:ext uri="{FF2B5EF4-FFF2-40B4-BE49-F238E27FC236}">
                <a16:creationId xmlns:a16="http://schemas.microsoft.com/office/drawing/2014/main" id="{31DCAAD5-B4BE-461E-A378-3AC946EE76D2}"/>
              </a:ext>
            </a:extLst>
          </p:cNvPr>
          <p:cNvSpPr>
            <a:spLocks xmlns:a="http://schemas.openxmlformats.org/drawingml/2006/main" noGrp="1"/>
          </p:cNvSpPr>
          <p:nvPr/>
        </p:nvSpPr>
        <p:spPr>
          <a:xfrm xmlns:a="http://schemas.openxmlformats.org/drawingml/2006/main">
            <a:off x="9658350" y="41148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Atamian 2024</a:t>
            </a:r>
          </a:p>
        </p:txBody>
      </p:sp>
      <p:sp>
        <p:nvSpPr>
          <p:cNvPr id="44" name="">
            <a:extLst xmlns:a="http://schemas.openxmlformats.org/drawingml/2006/main">
              <a:ext uri="{FF2B5EF4-FFF2-40B4-BE49-F238E27FC236}">
                <a16:creationId xmlns:a16="http://schemas.microsoft.com/office/drawing/2014/main" id="{3BD92B98-9586-4DA8-B06E-73917142A341}"/>
              </a:ext>
            </a:extLst>
          </p:cNvPr>
          <p:cNvSpPr>
            <a:spLocks xmlns:a="http://schemas.openxmlformats.org/drawingml/2006/main" noGrp="1"/>
          </p:cNvSpPr>
          <p:nvPr/>
        </p:nvSpPr>
        <p:spPr>
          <a:xfrm xmlns:a="http://schemas.openxmlformats.org/drawingml/2006/main">
            <a:off x="9658350" y="43624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cerebellum</a:t>
            </a:r>
          </a:p>
        </p:txBody>
      </p:sp>
      <p:sp>
        <p:nvSpPr>
          <p:cNvPr id="45" name="">
            <a:extLst xmlns:a="http://schemas.openxmlformats.org/drawingml/2006/main">
              <a:ext uri="{FF2B5EF4-FFF2-40B4-BE49-F238E27FC236}">
                <a16:creationId xmlns:a16="http://schemas.microsoft.com/office/drawing/2014/main" id="{8A5F0AA4-88CF-4307-8C68-A1A05589771A}"/>
              </a:ext>
            </a:extLst>
          </p:cNvPr>
          <p:cNvSpPr>
            <a:spLocks xmlns:a="http://schemas.openxmlformats.org/drawingml/2006/main" noGrp="1"/>
          </p:cNvSpPr>
          <p:nvPr/>
        </p:nvSpPr>
        <p:spPr>
          <a:xfrm xmlns:a="http://schemas.openxmlformats.org/drawingml/2006/main">
            <a:off x="7239000" y="47434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6" name="">
            <a:extLst xmlns:a="http://schemas.openxmlformats.org/drawingml/2006/main">
              <a:ext uri="{FF2B5EF4-FFF2-40B4-BE49-F238E27FC236}">
                <a16:creationId xmlns:a16="http://schemas.microsoft.com/office/drawing/2014/main" id="{B27D3051-70A7-4FDF-A254-F28874EC8C1A}"/>
              </a:ext>
            </a:extLst>
          </p:cNvPr>
          <p:cNvSpPr>
            <a:spLocks xmlns:a="http://schemas.openxmlformats.org/drawingml/2006/main" noGrp="1"/>
          </p:cNvSpPr>
          <p:nvPr/>
        </p:nvSpPr>
        <p:spPr>
          <a:xfrm xmlns:a="http://schemas.openxmlformats.org/drawingml/2006/main">
            <a:off x="7239000" y="47434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02C0194C-3581-4B95-B44F-6CBE9854EC50}"/>
              </a:ext>
            </a:extLst>
          </p:cNvPr>
          <p:cNvSpPr>
            <a:spLocks xmlns:a="http://schemas.openxmlformats.org/drawingml/2006/main" noGrp="1"/>
          </p:cNvSpPr>
          <p:nvPr/>
        </p:nvSpPr>
        <p:spPr>
          <a:xfrm xmlns:a="http://schemas.openxmlformats.org/drawingml/2006/main">
            <a:off x="7410450" y="48958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8" name="">
            <a:extLst xmlns:a="http://schemas.openxmlformats.org/drawingml/2006/main">
              <a:ext uri="{FF2B5EF4-FFF2-40B4-BE49-F238E27FC236}">
                <a16:creationId xmlns:a16="http://schemas.microsoft.com/office/drawing/2014/main" id="{CD31C9B7-7664-4B74-93A4-5B637A874E93}"/>
              </a:ext>
            </a:extLst>
          </p:cNvPr>
          <p:cNvSpPr>
            <a:spLocks xmlns:a="http://schemas.openxmlformats.org/drawingml/2006/main" noGrp="1"/>
          </p:cNvSpPr>
          <p:nvPr/>
        </p:nvSpPr>
        <p:spPr>
          <a:xfrm xmlns:a="http://schemas.openxmlformats.org/drawingml/2006/main">
            <a:off x="7410450" y="51816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Pomeshchik 2020</a:t>
            </a:r>
          </a:p>
        </p:txBody>
      </p:sp>
      <p:sp>
        <p:nvSpPr>
          <p:cNvPr id="49" name="">
            <a:extLst xmlns:a="http://schemas.openxmlformats.org/drawingml/2006/main">
              <a:ext uri="{FF2B5EF4-FFF2-40B4-BE49-F238E27FC236}">
                <a16:creationId xmlns:a16="http://schemas.microsoft.com/office/drawing/2014/main" id="{82D58523-8214-4B48-9622-2BC3D525614F}"/>
              </a:ext>
            </a:extLst>
          </p:cNvPr>
          <p:cNvSpPr>
            <a:spLocks xmlns:a="http://schemas.openxmlformats.org/drawingml/2006/main" noGrp="1"/>
          </p:cNvSpPr>
          <p:nvPr/>
        </p:nvSpPr>
        <p:spPr>
          <a:xfrm xmlns:a="http://schemas.openxmlformats.org/drawingml/2006/main">
            <a:off x="7410450" y="54292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hippocampus</a:t>
            </a:r>
          </a:p>
        </p:txBody>
      </p:sp>
      <p:sp>
        <p:nvSpPr>
          <p:cNvPr id="50" name="">
            <a:extLst xmlns:a="http://schemas.openxmlformats.org/drawingml/2006/main">
              <a:ext uri="{FF2B5EF4-FFF2-40B4-BE49-F238E27FC236}">
                <a16:creationId xmlns:a16="http://schemas.microsoft.com/office/drawing/2014/main" id="{D98EC333-83DA-48DA-86B8-C59FFB715593}"/>
              </a:ext>
            </a:extLst>
          </p:cNvPr>
          <p:cNvSpPr>
            <a:spLocks xmlns:a="http://schemas.openxmlformats.org/drawingml/2006/main" noGrp="1"/>
          </p:cNvSpPr>
          <p:nvPr/>
        </p:nvSpPr>
        <p:spPr>
          <a:xfrm xmlns:a="http://schemas.openxmlformats.org/drawingml/2006/main">
            <a:off x="3105150" y="47625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1" name="">
            <a:extLst xmlns:a="http://schemas.openxmlformats.org/drawingml/2006/main">
              <a:ext uri="{FF2B5EF4-FFF2-40B4-BE49-F238E27FC236}">
                <a16:creationId xmlns:a16="http://schemas.microsoft.com/office/drawing/2014/main" id="{5B2FEB4E-7652-4028-889E-4155FC4D9BE4}"/>
              </a:ext>
            </a:extLst>
          </p:cNvPr>
          <p:cNvSpPr>
            <a:spLocks xmlns:a="http://schemas.openxmlformats.org/drawingml/2006/main" noGrp="1"/>
          </p:cNvSpPr>
          <p:nvPr/>
        </p:nvSpPr>
        <p:spPr>
          <a:xfrm xmlns:a="http://schemas.openxmlformats.org/drawingml/2006/main">
            <a:off x="3105150" y="47625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2" name="">
            <a:extLst xmlns:a="http://schemas.openxmlformats.org/drawingml/2006/main">
              <a:ext uri="{FF2B5EF4-FFF2-40B4-BE49-F238E27FC236}">
                <a16:creationId xmlns:a16="http://schemas.microsoft.com/office/drawing/2014/main" id="{DB6FA8D7-727E-4C80-897E-39D4CE4D563C}"/>
              </a:ext>
            </a:extLst>
          </p:cNvPr>
          <p:cNvSpPr>
            <a:spLocks xmlns:a="http://schemas.openxmlformats.org/drawingml/2006/main" noGrp="1"/>
          </p:cNvSpPr>
          <p:nvPr/>
        </p:nvSpPr>
        <p:spPr>
          <a:xfrm xmlns:a="http://schemas.openxmlformats.org/drawingml/2006/main">
            <a:off x="3276600" y="49149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3" name="">
            <a:extLst xmlns:a="http://schemas.openxmlformats.org/drawingml/2006/main">
              <a:ext uri="{FF2B5EF4-FFF2-40B4-BE49-F238E27FC236}">
                <a16:creationId xmlns:a16="http://schemas.microsoft.com/office/drawing/2014/main" id="{5F46B2CE-082E-4506-B1EB-1FD06E87EB54}"/>
              </a:ext>
            </a:extLst>
          </p:cNvPr>
          <p:cNvSpPr>
            <a:spLocks xmlns:a="http://schemas.openxmlformats.org/drawingml/2006/main" noGrp="1"/>
          </p:cNvSpPr>
          <p:nvPr/>
        </p:nvSpPr>
        <p:spPr>
          <a:xfrm xmlns:a="http://schemas.openxmlformats.org/drawingml/2006/main">
            <a:off x="3276600" y="52006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Valiulahi 2021</a:t>
            </a:r>
          </a:p>
        </p:txBody>
      </p:sp>
      <p:sp>
        <p:nvSpPr>
          <p:cNvPr id="54" name="">
            <a:extLst xmlns:a="http://schemas.openxmlformats.org/drawingml/2006/main">
              <a:ext uri="{FF2B5EF4-FFF2-40B4-BE49-F238E27FC236}">
                <a16:creationId xmlns:a16="http://schemas.microsoft.com/office/drawing/2014/main" id="{E1ED64BA-A23E-4CFE-A01F-D22A9A66B5B1}"/>
              </a:ext>
            </a:extLst>
          </p:cNvPr>
          <p:cNvSpPr>
            <a:spLocks xmlns:a="http://schemas.openxmlformats.org/drawingml/2006/main" noGrp="1"/>
          </p:cNvSpPr>
          <p:nvPr/>
        </p:nvSpPr>
        <p:spPr>
          <a:xfrm xmlns:a="http://schemas.openxmlformats.org/drawingml/2006/main">
            <a:off x="3276600" y="54483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hindbrain / 5-HT</a:t>
            </a:r>
          </a:p>
        </p:txBody>
      </p:sp>
      <p:sp>
        <p:nvSpPr>
          <p:cNvPr id="55" name="">
            <a:extLst xmlns:a="http://schemas.openxmlformats.org/drawingml/2006/main">
              <a:ext uri="{FF2B5EF4-FFF2-40B4-BE49-F238E27FC236}">
                <a16:creationId xmlns:a16="http://schemas.microsoft.com/office/drawing/2014/main" id="{41483EE5-1D85-4358-ADFE-B916A147F574}"/>
              </a:ext>
            </a:extLst>
          </p:cNvPr>
          <p:cNvSpPr>
            <a:spLocks xmlns:a="http://schemas.openxmlformats.org/drawingml/2006/main" noGrp="1"/>
          </p:cNvSpPr>
          <p:nvPr/>
        </p:nvSpPr>
        <p:spPr>
          <a:xfrm xmlns:a="http://schemas.openxmlformats.org/drawingml/2006/main">
            <a:off x="1028700" y="37338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6" name="">
            <a:extLst xmlns:a="http://schemas.openxmlformats.org/drawingml/2006/main">
              <a:ext uri="{FF2B5EF4-FFF2-40B4-BE49-F238E27FC236}">
                <a16:creationId xmlns:a16="http://schemas.microsoft.com/office/drawing/2014/main" id="{CEE27704-299E-4190-A669-795F458EE744}"/>
              </a:ext>
            </a:extLst>
          </p:cNvPr>
          <p:cNvSpPr>
            <a:spLocks xmlns:a="http://schemas.openxmlformats.org/drawingml/2006/main" noGrp="1"/>
          </p:cNvSpPr>
          <p:nvPr/>
        </p:nvSpPr>
        <p:spPr>
          <a:xfrm xmlns:a="http://schemas.openxmlformats.org/drawingml/2006/main">
            <a:off x="1028700" y="37338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7" name="">
            <a:extLst xmlns:a="http://schemas.openxmlformats.org/drawingml/2006/main">
              <a:ext uri="{FF2B5EF4-FFF2-40B4-BE49-F238E27FC236}">
                <a16:creationId xmlns:a16="http://schemas.microsoft.com/office/drawing/2014/main" id="{85A46E46-92F5-4A31-8B9F-53E31171A583}"/>
              </a:ext>
            </a:extLst>
          </p:cNvPr>
          <p:cNvSpPr>
            <a:spLocks xmlns:a="http://schemas.openxmlformats.org/drawingml/2006/main" noGrp="1"/>
          </p:cNvSpPr>
          <p:nvPr/>
        </p:nvSpPr>
        <p:spPr>
          <a:xfrm xmlns:a="http://schemas.openxmlformats.org/drawingml/2006/main">
            <a:off x="1200150" y="38862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8" name="">
            <a:extLst xmlns:a="http://schemas.openxmlformats.org/drawingml/2006/main">
              <a:ext uri="{FF2B5EF4-FFF2-40B4-BE49-F238E27FC236}">
                <a16:creationId xmlns:a16="http://schemas.microsoft.com/office/drawing/2014/main" id="{0C57769C-3BB3-4C21-A4D1-91C7A83C42A0}"/>
              </a:ext>
            </a:extLst>
          </p:cNvPr>
          <p:cNvSpPr>
            <a:spLocks xmlns:a="http://schemas.openxmlformats.org/drawingml/2006/main" noGrp="1"/>
          </p:cNvSpPr>
          <p:nvPr/>
        </p:nvSpPr>
        <p:spPr>
          <a:xfrm xmlns:a="http://schemas.openxmlformats.org/drawingml/2006/main">
            <a:off x="1200150" y="41719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Eura 2020</a:t>
            </a:r>
          </a:p>
        </p:txBody>
      </p:sp>
      <p:sp>
        <p:nvSpPr>
          <p:cNvPr id="59" name="">
            <a:extLst xmlns:a="http://schemas.openxmlformats.org/drawingml/2006/main">
              <a:ext uri="{FF2B5EF4-FFF2-40B4-BE49-F238E27FC236}">
                <a16:creationId xmlns:a16="http://schemas.microsoft.com/office/drawing/2014/main" id="{6CC3FED3-1806-4CEE-9970-4A4F36BCFA71}"/>
              </a:ext>
            </a:extLst>
          </p:cNvPr>
          <p:cNvSpPr>
            <a:spLocks xmlns:a="http://schemas.openxmlformats.org/drawingml/2006/main" noGrp="1"/>
          </p:cNvSpPr>
          <p:nvPr/>
        </p:nvSpPr>
        <p:spPr>
          <a:xfrm xmlns:a="http://schemas.openxmlformats.org/drawingml/2006/main">
            <a:off x="1200150" y="44196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brainstem</a:t>
            </a:r>
          </a:p>
        </p:txBody>
      </p:sp>
      <p:sp>
        <p:nvSpPr>
          <p:cNvPr id="60" name="">
            <a:extLst xmlns:a="http://schemas.openxmlformats.org/drawingml/2006/main">
              <a:ext uri="{FF2B5EF4-FFF2-40B4-BE49-F238E27FC236}">
                <a16:creationId xmlns:a16="http://schemas.microsoft.com/office/drawing/2014/main" id="{AA3DE1E8-87F0-4A1E-9821-9BEBA3CA39A6}"/>
              </a:ext>
            </a:extLst>
          </p:cNvPr>
          <p:cNvSpPr>
            <a:spLocks xmlns:a="http://schemas.openxmlformats.org/drawingml/2006/main" noGrp="1"/>
          </p:cNvSpPr>
          <p:nvPr/>
        </p:nvSpPr>
        <p:spPr>
          <a:xfrm xmlns:a="http://schemas.openxmlformats.org/drawingml/2006/main" rot="-10098103">
            <a:off x="1738241" y="2728913"/>
            <a:ext cx="413399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1" name="">
            <a:extLst xmlns:a="http://schemas.openxmlformats.org/drawingml/2006/main">
              <a:ext uri="{FF2B5EF4-FFF2-40B4-BE49-F238E27FC236}">
                <a16:creationId xmlns:a16="http://schemas.microsoft.com/office/drawing/2014/main" id="{C6FAF1BD-791E-4EC2-ABAE-A28A6D8F8E62}"/>
              </a:ext>
            </a:extLst>
          </p:cNvPr>
          <p:cNvSpPr>
            <a:spLocks xmlns:a="http://schemas.openxmlformats.org/drawingml/2006/main" noGrp="1"/>
          </p:cNvSpPr>
          <p:nvPr/>
        </p:nvSpPr>
        <p:spPr>
          <a:xfrm xmlns:a="http://schemas.openxmlformats.org/drawingml/2006/main" rot="-8813781">
            <a:off x="3457645" y="2443163"/>
            <a:ext cx="25811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2" name="">
            <a:extLst xmlns:a="http://schemas.openxmlformats.org/drawingml/2006/main">
              <a:ext uri="{FF2B5EF4-FFF2-40B4-BE49-F238E27FC236}">
                <a16:creationId xmlns:a16="http://schemas.microsoft.com/office/drawing/2014/main" id="{BAEE20A2-53BA-49FB-A8F0-0AEAB4B3534E}"/>
              </a:ext>
            </a:extLst>
          </p:cNvPr>
          <p:cNvSpPr>
            <a:spLocks xmlns:a="http://schemas.openxmlformats.org/drawingml/2006/main" noGrp="1"/>
          </p:cNvSpPr>
          <p:nvPr/>
        </p:nvSpPr>
        <p:spPr>
          <a:xfrm xmlns:a="http://schemas.openxmlformats.org/drawingml/2006/main" rot="-1618112">
            <a:off x="5664853" y="2462213"/>
            <a:ext cx="3024469"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3" name="">
            <a:extLst xmlns:a="http://schemas.openxmlformats.org/drawingml/2006/main">
              <a:ext uri="{FF2B5EF4-FFF2-40B4-BE49-F238E27FC236}">
                <a16:creationId xmlns:a16="http://schemas.microsoft.com/office/drawing/2014/main" id="{AD540434-5F5D-4246-8F1D-EB24915B825A}"/>
              </a:ext>
            </a:extLst>
          </p:cNvPr>
          <p:cNvSpPr>
            <a:spLocks xmlns:a="http://schemas.openxmlformats.org/drawingml/2006/main" noGrp="1"/>
          </p:cNvSpPr>
          <p:nvPr/>
        </p:nvSpPr>
        <p:spPr>
          <a:xfrm xmlns:a="http://schemas.openxmlformats.org/drawingml/2006/main" rot="-470713">
            <a:off x="5807747" y="2833688"/>
            <a:ext cx="4605581"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4" name="">
            <a:extLst xmlns:a="http://schemas.openxmlformats.org/drawingml/2006/main">
              <a:ext uri="{FF2B5EF4-FFF2-40B4-BE49-F238E27FC236}">
                <a16:creationId xmlns:a16="http://schemas.microsoft.com/office/drawing/2014/main" id="{7EB04C03-FEF7-4547-AF38-ABD472DFA999}"/>
              </a:ext>
            </a:extLst>
          </p:cNvPr>
          <p:cNvSpPr>
            <a:spLocks xmlns:a="http://schemas.openxmlformats.org/drawingml/2006/main" noGrp="1"/>
          </p:cNvSpPr>
          <p:nvPr/>
        </p:nvSpPr>
        <p:spPr>
          <a:xfrm xmlns:a="http://schemas.openxmlformats.org/drawingml/2006/main" rot="782319">
            <a:off x="5769433" y="3671888"/>
            <a:ext cx="4644109"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5" name="">
            <a:extLst xmlns:a="http://schemas.openxmlformats.org/drawingml/2006/main">
              <a:ext uri="{FF2B5EF4-FFF2-40B4-BE49-F238E27FC236}">
                <a16:creationId xmlns:a16="http://schemas.microsoft.com/office/drawing/2014/main" id="{BE87E25C-EF6E-4D17-B33B-A818B431FADA}"/>
              </a:ext>
            </a:extLst>
          </p:cNvPr>
          <p:cNvSpPr>
            <a:spLocks xmlns:a="http://schemas.openxmlformats.org/drawingml/2006/main" noGrp="1"/>
          </p:cNvSpPr>
          <p:nvPr/>
        </p:nvSpPr>
        <p:spPr>
          <a:xfrm xmlns:a="http://schemas.openxmlformats.org/drawingml/2006/main" rot="2573286">
            <a:off x="5414021" y="4205288"/>
            <a:ext cx="31070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6" name="">
            <a:extLst xmlns:a="http://schemas.openxmlformats.org/drawingml/2006/main">
              <a:ext uri="{FF2B5EF4-FFF2-40B4-BE49-F238E27FC236}">
                <a16:creationId xmlns:a16="http://schemas.microsoft.com/office/drawing/2014/main" id="{8C02A303-3D02-4018-A277-8AEE69AD7FBA}"/>
              </a:ext>
            </a:extLst>
          </p:cNvPr>
          <p:cNvSpPr>
            <a:spLocks xmlns:a="http://schemas.openxmlformats.org/drawingml/2006/main" noGrp="1"/>
          </p:cNvSpPr>
          <p:nvPr/>
        </p:nvSpPr>
        <p:spPr>
          <a:xfrm xmlns:a="http://schemas.openxmlformats.org/drawingml/2006/main" rot="7862444">
            <a:off x="3486214" y="4214813"/>
            <a:ext cx="282879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7" name="">
            <a:extLst xmlns:a="http://schemas.openxmlformats.org/drawingml/2006/main">
              <a:ext uri="{FF2B5EF4-FFF2-40B4-BE49-F238E27FC236}">
                <a16:creationId xmlns:a16="http://schemas.microsoft.com/office/drawing/2014/main" id="{76AEFB54-E5BE-4D50-A2A5-410B3F5ECAE2}"/>
              </a:ext>
            </a:extLst>
          </p:cNvPr>
          <p:cNvSpPr>
            <a:spLocks xmlns:a="http://schemas.openxmlformats.org/drawingml/2006/main" noGrp="1"/>
          </p:cNvSpPr>
          <p:nvPr/>
        </p:nvSpPr>
        <p:spPr>
          <a:xfrm xmlns:a="http://schemas.openxmlformats.org/drawingml/2006/main" rot="9863002">
            <a:off x="1800667" y="3700463"/>
            <a:ext cx="4104391"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8" name="">
            <a:extLst xmlns:a="http://schemas.openxmlformats.org/drawingml/2006/main">
              <a:ext uri="{FF2B5EF4-FFF2-40B4-BE49-F238E27FC236}">
                <a16:creationId xmlns:a16="http://schemas.microsoft.com/office/drawing/2014/main" id="{E495FB69-14CA-4999-AB7E-C78ACB27456C}"/>
              </a:ext>
            </a:extLst>
          </p:cNvPr>
          <p:cNvSpPr>
            <a:spLocks xmlns:a="http://schemas.openxmlformats.org/drawingml/2006/main" noGrp="1"/>
          </p:cNvSpPr>
          <p:nvPr/>
        </p:nvSpPr>
        <p:spPr>
          <a:xfrm xmlns:a="http://schemas.openxmlformats.org/drawingml/2006/main">
            <a:off x="609600" y="6115050"/>
            <a:ext cx="12573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whole cerebral</a:t>
            </a:r>
          </a:p>
        </p:txBody>
      </p:sp>
      <p:sp>
        <p:nvSpPr>
          <p:cNvPr id="69" name="">
            <a:extLst xmlns:a="http://schemas.openxmlformats.org/drawingml/2006/main">
              <a:ext uri="{FF2B5EF4-FFF2-40B4-BE49-F238E27FC236}">
                <a16:creationId xmlns:a16="http://schemas.microsoft.com/office/drawing/2014/main" id="{3747C3A1-B2F3-4DB6-8595-B7E6B19DA782}"/>
              </a:ext>
            </a:extLst>
          </p:cNvPr>
          <p:cNvSpPr>
            <a:spLocks xmlns:a="http://schemas.openxmlformats.org/drawingml/2006/main" noGrp="1"/>
          </p:cNvSpPr>
          <p:nvPr/>
        </p:nvSpPr>
        <p:spPr>
          <a:xfrm xmlns:a="http://schemas.openxmlformats.org/drawingml/2006/main">
            <a:off x="2000250" y="6115050"/>
            <a:ext cx="17145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forebrain / cortical</a:t>
            </a:r>
          </a:p>
        </p:txBody>
      </p:sp>
      <p:sp>
        <p:nvSpPr>
          <p:cNvPr id="70" name="">
            <a:extLst xmlns:a="http://schemas.openxmlformats.org/drawingml/2006/main">
              <a:ext uri="{FF2B5EF4-FFF2-40B4-BE49-F238E27FC236}">
                <a16:creationId xmlns:a16="http://schemas.microsoft.com/office/drawing/2014/main" id="{1D168C17-61F8-45AE-89F1-E836CA389B52}"/>
              </a:ext>
            </a:extLst>
          </p:cNvPr>
          <p:cNvSpPr>
            <a:spLocks xmlns:a="http://schemas.openxmlformats.org/drawingml/2006/main" noGrp="1"/>
          </p:cNvSpPr>
          <p:nvPr/>
        </p:nvSpPr>
        <p:spPr>
          <a:xfrm xmlns:a="http://schemas.openxmlformats.org/drawingml/2006/main">
            <a:off x="3848100" y="6115050"/>
            <a:ext cx="14859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posterior / niche</a:t>
            </a:r>
          </a:p>
        </p:txBody>
      </p:sp>
      <p:sp>
        <p:nvSpPr>
          <p:cNvPr id="71" name="">
            <a:extLst xmlns:a="http://schemas.openxmlformats.org/drawingml/2006/main">
              <a:ext uri="{FF2B5EF4-FFF2-40B4-BE49-F238E27FC236}">
                <a16:creationId xmlns:a16="http://schemas.microsoft.com/office/drawing/2014/main" id="{AA61746E-AA42-4FD8-B68D-06734CBB986E}"/>
              </a:ext>
            </a:extLst>
          </p:cNvPr>
          <p:cNvSpPr>
            <a:spLocks xmlns:a="http://schemas.openxmlformats.org/drawingml/2006/main" noGrp="1"/>
          </p:cNvSpPr>
          <p:nvPr/>
        </p:nvSpPr>
        <p:spPr>
          <a:xfrm xmlns:a="http://schemas.openxmlformats.org/drawingml/2006/main">
            <a:off x="6915150" y="5905500"/>
            <a:ext cx="466725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72" name="">
            <a:extLst xmlns:a="http://schemas.openxmlformats.org/drawingml/2006/main">
              <a:ext uri="{FF2B5EF4-FFF2-40B4-BE49-F238E27FC236}">
                <a16:creationId xmlns:a16="http://schemas.microsoft.com/office/drawing/2014/main" id="{7A0470EF-215E-4E4C-994C-737216AEFE0F}"/>
              </a:ext>
            </a:extLst>
          </p:cNvPr>
          <p:cNvSpPr>
            <a:spLocks xmlns:a="http://schemas.openxmlformats.org/drawingml/2006/main" noGrp="1"/>
          </p:cNvSpPr>
          <p:nvPr/>
        </p:nvSpPr>
        <p:spPr>
          <a:xfrm xmlns:a="http://schemas.openxmlformats.org/drawingml/2006/main">
            <a:off x="6915150" y="5905500"/>
            <a:ext cx="76200" cy="55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73" name="">
            <a:extLst xmlns:a="http://schemas.openxmlformats.org/drawingml/2006/main">
              <a:ext uri="{FF2B5EF4-FFF2-40B4-BE49-F238E27FC236}">
                <a16:creationId xmlns:a16="http://schemas.microsoft.com/office/drawing/2014/main" id="{D596A34C-9EA0-4B17-8608-F141273CF884}"/>
              </a:ext>
            </a:extLst>
          </p:cNvPr>
          <p:cNvSpPr>
            <a:spLocks xmlns:a="http://schemas.openxmlformats.org/drawingml/2006/main" noGrp="1"/>
          </p:cNvSpPr>
          <p:nvPr/>
        </p:nvSpPr>
        <p:spPr>
          <a:xfrm xmlns:a="http://schemas.openxmlformats.org/drawingml/2006/main">
            <a:off x="7124700" y="6057900"/>
            <a:ext cx="4286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질문이 잘 풀어준 것: brain design 문제를 subregion selection 문제로 읽기 시작했다.</a:t>
            </a:r>
          </a:p>
        </p:txBody>
      </p:sp>
      <p:sp>
        <p:nvSpPr>
          <p:cNvPr id="74" name="">
            <a:extLst xmlns:a="http://schemas.openxmlformats.org/drawingml/2006/main">
              <a:ext uri="{FF2B5EF4-FFF2-40B4-BE49-F238E27FC236}">
                <a16:creationId xmlns:a16="http://schemas.microsoft.com/office/drawing/2014/main" id="{2E66D79A-4BC5-4D13-A24A-DB6D7425731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question note를 중심으로 source cluster가 확장되는 모습</a:t>
            </a:r>
          </a:p>
        </p:txBody>
      </p:sp>
    </p:spTree>
    <p:extLst>
      <p:ext uri="{BB962C8B-B14F-4D97-AF65-F5344CB8AC3E}">
        <p14:creationId xmlns:p14="http://schemas.microsoft.com/office/powerpoint/2010/main" val="852035026"/>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fa57985e635438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1042A71-2FE2-433E-AA4E-3D8526E57CB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A12259B-3D2B-406A-B378-4EF6937932D7}"/>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0EA174C9-11BC-44C7-BD80-D2955315F78B}"/>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A9ACA93D-4AB1-431A-8080-EACD6B55107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4EF4AD3C-D261-4551-9383-D9E1FAFCD3AC}"/>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5F65F617-F922-48F7-8503-52ED56C96F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DC924DA-10F0-40DD-989F-65DE0953FA8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5CD9C15F-1C46-4F98-A842-181E63AA3B26}"/>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09</a:t>
            </a:r>
          </a:p>
        </p:txBody>
      </p:sp>
      <p:sp>
        <p:nvSpPr>
          <p:cNvPr id="11" name="">
            <a:extLst xmlns:a="http://schemas.openxmlformats.org/drawingml/2006/main">
              <a:ext uri="{FF2B5EF4-FFF2-40B4-BE49-F238E27FC236}">
                <a16:creationId xmlns:a16="http://schemas.microsoft.com/office/drawing/2014/main" id="{C2E54A48-57F1-4EFC-B087-6CAF91748881}"/>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F5B06B72-455A-448F-A541-70E9CB6E28D4}"/>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8D0F44A-B3A7-46BD-AB4D-092244DA1885}"/>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정리에서 얻은 답</a:t>
            </a:r>
          </a:p>
        </p:txBody>
      </p:sp>
      <p:sp>
        <p:nvSpPr>
          <p:cNvPr id="14" name="">
            <a:extLst xmlns:a="http://schemas.openxmlformats.org/drawingml/2006/main">
              <a:ext uri="{FF2B5EF4-FFF2-40B4-BE49-F238E27FC236}">
                <a16:creationId xmlns:a16="http://schemas.microsoft.com/office/drawing/2014/main" id="{8C6FF909-66F6-4BFF-BA56-0CCE17B1E936}"/>
              </a:ext>
            </a:extLst>
          </p:cNvPr>
          <p:cNvSpPr>
            <a:spLocks xmlns:a="http://schemas.openxmlformats.org/drawingml/2006/main" noGrp="1"/>
          </p:cNvSpPr>
          <p:nvPr/>
        </p:nvSpPr>
        <p:spPr>
          <a:xfrm xmlns:a="http://schemas.openxmlformats.org/drawingml/2006/main">
            <a:off x="628650" y="2038350"/>
            <a:ext cx="685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344146"/>
                </a:solidFill>
              </a:defRPr>
            </a:pPr>
            <a:r>
              <a:rPr sz="1350" b="0">
                <a:solidFill>
                  <a:srgbClr val="344146"/>
                </a:solidFill>
              </a:rPr>
              <a:t>brain organoid 비교는 우선</a:t>
            </a:r>
          </a:p>
          <a:p xmlns:a="http://schemas.openxmlformats.org/drawingml/2006/main">
            <a:pPr algn="l">
              <a:defRPr sz="1350" b="0">
                <a:solidFill>
                  <a:srgbClr val="344146"/>
                </a:solidFill>
              </a:defRPr>
            </a:pPr>
            <a:r>
              <a:rPr sz="1350" b="0">
                <a:solidFill>
                  <a:srgbClr val="344146"/>
                </a:solidFill>
              </a:rPr>
              <a:t>subregion과 patterning logic의 문제로 정리할 수 있었다.</a:t>
            </a:r>
          </a:p>
        </p:txBody>
      </p:sp>
      <p:sp>
        <p:nvSpPr>
          <p:cNvPr id="15" name="">
            <a:extLst xmlns:a="http://schemas.openxmlformats.org/drawingml/2006/main">
              <a:ext uri="{FF2B5EF4-FFF2-40B4-BE49-F238E27FC236}">
                <a16:creationId xmlns:a16="http://schemas.microsoft.com/office/drawing/2014/main" id="{5994193F-5B3B-4F24-9DC8-0BF29487CC25}"/>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6" name="">
            <a:extLst xmlns:a="http://schemas.openxmlformats.org/drawingml/2006/main">
              <a:ext uri="{FF2B5EF4-FFF2-40B4-BE49-F238E27FC236}">
                <a16:creationId xmlns:a16="http://schemas.microsoft.com/office/drawing/2014/main" id="{8B4EFF7C-3646-4A30-B120-CCE137DF78A2}"/>
              </a:ext>
            </a:extLst>
          </p:cNvPr>
          <p:cNvSpPr>
            <a:spLocks xmlns:a="http://schemas.openxmlformats.org/drawingml/2006/main" noGrp="1"/>
          </p:cNvSpPr>
          <p:nvPr/>
        </p:nvSpPr>
        <p:spPr>
          <a:xfrm xmlns:a="http://schemas.openxmlformats.org/drawingml/2006/main">
            <a:off x="742950" y="2209800"/>
            <a:ext cx="33147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14970295-911C-477B-BEA4-7FD1E64FF5F4}"/>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8" name="">
            <a:extLst xmlns:a="http://schemas.openxmlformats.org/drawingml/2006/main">
              <a:ext uri="{FF2B5EF4-FFF2-40B4-BE49-F238E27FC236}">
                <a16:creationId xmlns:a16="http://schemas.microsoft.com/office/drawing/2014/main" id="{96429040-2A9A-434F-939E-8B4192607C66}"/>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9" name="">
            <a:extLst xmlns:a="http://schemas.openxmlformats.org/drawingml/2006/main">
              <a:ext uri="{FF2B5EF4-FFF2-40B4-BE49-F238E27FC236}">
                <a16:creationId xmlns:a16="http://schemas.microsoft.com/office/drawing/2014/main" id="{21D9D4E9-0C50-4900-826A-92C847C7955C}"/>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E0ED09CE-F400-45E4-8B4A-9EDC15B68E5D}"/>
              </a:ext>
            </a:extLst>
          </p:cNvPr>
          <p:cNvSpPr>
            <a:spLocks xmlns:a="http://schemas.openxmlformats.org/drawingml/2006/main" noGrp="1"/>
          </p:cNvSpPr>
          <p:nvPr/>
        </p:nvSpPr>
        <p:spPr>
          <a:xfrm xmlns:a="http://schemas.openxmlformats.org/drawingml/2006/main">
            <a:off x="4438650" y="2209800"/>
            <a:ext cx="33147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8BC97E5A-945F-4F49-90E3-8140C7F6190F}"/>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2" name="">
            <a:extLst xmlns:a="http://schemas.openxmlformats.org/drawingml/2006/main">
              <a:ext uri="{FF2B5EF4-FFF2-40B4-BE49-F238E27FC236}">
                <a16:creationId xmlns:a16="http://schemas.microsoft.com/office/drawing/2014/main" id="{8C9A8D08-19C0-4B76-B3F0-909CCB215F32}"/>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3" name="">
            <a:extLst xmlns:a="http://schemas.openxmlformats.org/drawingml/2006/main">
              <a:ext uri="{FF2B5EF4-FFF2-40B4-BE49-F238E27FC236}">
                <a16:creationId xmlns:a16="http://schemas.microsoft.com/office/drawing/2014/main" id="{CA731339-55A8-4872-81C8-7058F0C218DE}"/>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4" name="">
            <a:extLst xmlns:a="http://schemas.openxmlformats.org/drawingml/2006/main">
              <a:ext uri="{FF2B5EF4-FFF2-40B4-BE49-F238E27FC236}">
                <a16:creationId xmlns:a16="http://schemas.microsoft.com/office/drawing/2014/main" id="{44E9CFF3-60CC-4275-A0EA-924D9F445529}"/>
              </a:ext>
            </a:extLst>
          </p:cNvPr>
          <p:cNvSpPr>
            <a:spLocks xmlns:a="http://schemas.openxmlformats.org/drawingml/2006/main" noGrp="1"/>
          </p:cNvSpPr>
          <p:nvPr/>
        </p:nvSpPr>
        <p:spPr>
          <a:xfrm xmlns:a="http://schemas.openxmlformats.org/drawingml/2006/main">
            <a:off x="8134350" y="2209800"/>
            <a:ext cx="33147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6F4632C4-3DBE-4D38-91FC-D3A6214A8728}"/>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6" name="">
            <a:extLst xmlns:a="http://schemas.openxmlformats.org/drawingml/2006/main">
              <a:ext uri="{FF2B5EF4-FFF2-40B4-BE49-F238E27FC236}">
                <a16:creationId xmlns:a16="http://schemas.microsoft.com/office/drawing/2014/main" id="{72AAAD44-7948-48CC-B394-1D1EF91E8E30}"/>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7" name="">
            <a:extLst xmlns:a="http://schemas.openxmlformats.org/drawingml/2006/main">
              <a:ext uri="{FF2B5EF4-FFF2-40B4-BE49-F238E27FC236}">
                <a16:creationId xmlns:a16="http://schemas.microsoft.com/office/drawing/2014/main" id="{67C892F6-64B1-4964-88D4-6906BD01F0FE}"/>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512F1672-29AC-4939-90A5-EB4D28A7F5BA}"/>
              </a:ext>
            </a:extLst>
          </p:cNvPr>
          <p:cNvSpPr>
            <a:spLocks xmlns:a="http://schemas.openxmlformats.org/drawingml/2006/main" noGrp="1"/>
          </p:cNvSpPr>
          <p:nvPr/>
        </p:nvSpPr>
        <p:spPr>
          <a:xfrm xmlns:a="http://schemas.openxmlformats.org/drawingml/2006/main">
            <a:off x="857250" y="5353050"/>
            <a:ext cx="76200" cy="7048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683C9DA4-BC1C-48C5-B3EC-0A8F97877ED3}"/>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30" name="">
            <a:extLst xmlns:a="http://schemas.openxmlformats.org/drawingml/2006/main">
              <a:ext uri="{FF2B5EF4-FFF2-40B4-BE49-F238E27FC236}">
                <a16:creationId xmlns:a16="http://schemas.microsoft.com/office/drawing/2014/main" id="{D7D8EE45-B6FA-4C00-8CAA-94AC97CF186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1385170139"/>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90c2e9ede5a4f44"/>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9A4992A-9A51-4EEA-AFB4-06CEE8B24C26}"/>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7136622E-43E1-416D-98A5-1BCEB14B9889}"/>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D27DEC6E-3DAA-4871-B168-F8F9DF83C02C}"/>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19A082B-ADC2-45D1-A55D-90F32778F245}"/>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D664F65E-5B47-4E7B-8EC1-8469BDB8FD7B}"/>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02FF478-54CC-4BA6-AF2C-20D142B35BF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4E6170B-5623-4554-BCE8-2E3A3BBA2D5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2602D620-F979-4A7B-9684-60AC7B66F00D}"/>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09</a:t>
            </a:r>
          </a:p>
        </p:txBody>
      </p:sp>
      <p:sp>
        <p:nvSpPr>
          <p:cNvPr id="11" name="">
            <a:extLst xmlns:a="http://schemas.openxmlformats.org/drawingml/2006/main">
              <a:ext uri="{FF2B5EF4-FFF2-40B4-BE49-F238E27FC236}">
                <a16:creationId xmlns:a16="http://schemas.microsoft.com/office/drawing/2014/main" id="{105AD566-2333-46A4-9AA8-9333DC8171E2}"/>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A35F0AC-DCF1-4FB8-ACB8-6B573A5E2431}"/>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5D7A32F-1DEC-4DA5-BFBD-68D56A0E2230}"/>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이 질문만으로는 부족했다</a:t>
            </a:r>
          </a:p>
        </p:txBody>
      </p:sp>
      <p:sp>
        <p:nvSpPr>
          <p:cNvPr id="14" name="">
            <a:extLst xmlns:a="http://schemas.openxmlformats.org/drawingml/2006/main">
              <a:ext uri="{FF2B5EF4-FFF2-40B4-BE49-F238E27FC236}">
                <a16:creationId xmlns:a16="http://schemas.microsoft.com/office/drawing/2014/main" id="{856B890E-3396-4ECB-B5F4-B20DDB986E5D}"/>
              </a:ext>
            </a:extLst>
          </p:cNvPr>
          <p:cNvSpPr>
            <a:spLocks xmlns:a="http://schemas.openxmlformats.org/drawingml/2006/main" noGrp="1"/>
          </p:cNvSpPr>
          <p:nvPr/>
        </p:nvSpPr>
        <p:spPr>
          <a:xfrm xmlns:a="http://schemas.openxmlformats.org/drawingml/2006/main">
            <a:off x="628650" y="2038350"/>
            <a:ext cx="685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344146"/>
                </a:solidFill>
              </a:defRPr>
            </a:pPr>
            <a:r>
              <a:rPr sz="1350" b="0">
                <a:solidFill>
                  <a:srgbClr val="344146"/>
                </a:solidFill>
              </a:rPr>
              <a:t>같은 forebrain이어도 같은 모델이라고 말할 수는 없었다.</a:t>
            </a:r>
          </a:p>
          <a:p xmlns:a="http://schemas.openxmlformats.org/drawingml/2006/main">
            <a:pPr algn="l">
              <a:defRPr sz="1350" b="0">
                <a:solidFill>
                  <a:srgbClr val="344146"/>
                </a:solidFill>
              </a:defRPr>
            </a:pPr>
            <a:r>
              <a:rPr sz="1350" b="0">
                <a:solidFill>
                  <a:srgbClr val="344146"/>
                </a:solidFill>
              </a:rPr>
              <a:t>질문은 region 밖으로 확장되기 시작했다.</a:t>
            </a:r>
          </a:p>
        </p:txBody>
      </p:sp>
      <p:sp>
        <p:nvSpPr>
          <p:cNvPr id="15" name="">
            <a:extLst xmlns:a="http://schemas.openxmlformats.org/drawingml/2006/main">
              <a:ext uri="{FF2B5EF4-FFF2-40B4-BE49-F238E27FC236}">
                <a16:creationId xmlns:a16="http://schemas.microsoft.com/office/drawing/2014/main" id="{663C3916-BD96-48D2-AC33-C9C543BC0101}"/>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6" name="">
            <a:extLst xmlns:a="http://schemas.openxmlformats.org/drawingml/2006/main">
              <a:ext uri="{FF2B5EF4-FFF2-40B4-BE49-F238E27FC236}">
                <a16:creationId xmlns:a16="http://schemas.microsoft.com/office/drawing/2014/main" id="{F9A241B3-6FA0-40EE-BF6F-28CE26AACA05}"/>
              </a:ext>
            </a:extLst>
          </p:cNvPr>
          <p:cNvSpPr>
            <a:spLocks xmlns:a="http://schemas.openxmlformats.org/drawingml/2006/main" noGrp="1"/>
          </p:cNvSpPr>
          <p:nvPr/>
        </p:nvSpPr>
        <p:spPr>
          <a:xfrm xmlns:a="http://schemas.openxmlformats.org/drawingml/2006/main">
            <a:off x="800100" y="2133600"/>
            <a:ext cx="76200" cy="9715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11C18C71-5FA5-4A2C-A634-EEEA652EA699}"/>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8" name="">
            <a:extLst xmlns:a="http://schemas.openxmlformats.org/drawingml/2006/main">
              <a:ext uri="{FF2B5EF4-FFF2-40B4-BE49-F238E27FC236}">
                <a16:creationId xmlns:a16="http://schemas.microsoft.com/office/drawing/2014/main" id="{36097256-F35E-43B2-87E9-9F0F4D12146E}"/>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58D5587F-ABF2-4931-A34C-3A190293FE8B}"/>
              </a:ext>
            </a:extLst>
          </p:cNvPr>
          <p:cNvSpPr>
            <a:spLocks xmlns:a="http://schemas.openxmlformats.org/drawingml/2006/main" noGrp="1"/>
          </p:cNvSpPr>
          <p:nvPr/>
        </p:nvSpPr>
        <p:spPr>
          <a:xfrm xmlns:a="http://schemas.openxmlformats.org/drawingml/2006/main">
            <a:off x="800100" y="3638550"/>
            <a:ext cx="31432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EAD0B418-8384-4C88-9DAD-2E34807EA923}"/>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1" name="">
            <a:extLst xmlns:a="http://schemas.openxmlformats.org/drawingml/2006/main">
              <a:ext uri="{FF2B5EF4-FFF2-40B4-BE49-F238E27FC236}">
                <a16:creationId xmlns:a16="http://schemas.microsoft.com/office/drawing/2014/main" id="{CEC91327-6EDC-4A92-9E8C-C3E680F6DBB8}"/>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2" name="">
            <a:extLst xmlns:a="http://schemas.openxmlformats.org/drawingml/2006/main">
              <a:ext uri="{FF2B5EF4-FFF2-40B4-BE49-F238E27FC236}">
                <a16:creationId xmlns:a16="http://schemas.microsoft.com/office/drawing/2014/main" id="{ED4E3210-BA14-488A-8FDE-2FB2E249C5B3}"/>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071A4018-4F61-445C-A075-E660140D15EF}"/>
              </a:ext>
            </a:extLst>
          </p:cNvPr>
          <p:cNvSpPr>
            <a:spLocks xmlns:a="http://schemas.openxmlformats.org/drawingml/2006/main" noGrp="1"/>
          </p:cNvSpPr>
          <p:nvPr/>
        </p:nvSpPr>
        <p:spPr>
          <a:xfrm xmlns:a="http://schemas.openxmlformats.org/drawingml/2006/main">
            <a:off x="4514850" y="3638550"/>
            <a:ext cx="31432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1D196F59-8478-46D7-9555-56D5CE2B98DE}"/>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5" name="">
            <a:extLst xmlns:a="http://schemas.openxmlformats.org/drawingml/2006/main">
              <a:ext uri="{FF2B5EF4-FFF2-40B4-BE49-F238E27FC236}">
                <a16:creationId xmlns:a16="http://schemas.microsoft.com/office/drawing/2014/main" id="{77ED83B8-B083-484E-9ECB-4FA5CC5B0977}"/>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6" name="">
            <a:extLst xmlns:a="http://schemas.openxmlformats.org/drawingml/2006/main">
              <a:ext uri="{FF2B5EF4-FFF2-40B4-BE49-F238E27FC236}">
                <a16:creationId xmlns:a16="http://schemas.microsoft.com/office/drawing/2014/main" id="{634A5673-A49B-42A2-9DC4-7DE94FA52CCD}"/>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C5512DF3-566D-45ED-BCDB-930B3F5C1A30}"/>
              </a:ext>
            </a:extLst>
          </p:cNvPr>
          <p:cNvSpPr>
            <a:spLocks xmlns:a="http://schemas.openxmlformats.org/drawingml/2006/main" noGrp="1"/>
          </p:cNvSpPr>
          <p:nvPr/>
        </p:nvSpPr>
        <p:spPr>
          <a:xfrm xmlns:a="http://schemas.openxmlformats.org/drawingml/2006/main">
            <a:off x="8229600" y="3638550"/>
            <a:ext cx="314325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60363D01-7486-447C-9F07-5BE854249925}"/>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9" name="">
            <a:extLst xmlns:a="http://schemas.openxmlformats.org/drawingml/2006/main">
              <a:ext uri="{FF2B5EF4-FFF2-40B4-BE49-F238E27FC236}">
                <a16:creationId xmlns:a16="http://schemas.microsoft.com/office/drawing/2014/main" id="{80F7ABC8-7378-4FB6-9721-742F3511C05E}"/>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30" name="">
            <a:extLst xmlns:a="http://schemas.openxmlformats.org/drawingml/2006/main">
              <a:ext uri="{FF2B5EF4-FFF2-40B4-BE49-F238E27FC236}">
                <a16:creationId xmlns:a16="http://schemas.microsoft.com/office/drawing/2014/main" id="{8B54013F-645E-4DFB-AAA2-40618C614B3F}"/>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1" name="">
            <a:extLst xmlns:a="http://schemas.openxmlformats.org/drawingml/2006/main">
              <a:ext uri="{FF2B5EF4-FFF2-40B4-BE49-F238E27FC236}">
                <a16:creationId xmlns:a16="http://schemas.microsoft.com/office/drawing/2014/main" id="{D78EDCE9-24F8-4410-ACB9-5EF03A19AAC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179760597"/>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79679773a70476c"/>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A9F7D02-4124-498A-B492-66FC78F701D2}"/>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DB38C439-C1A8-4673-9440-82055465D831}"/>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CE344315-4F11-4B40-A6E3-BE78A11EE232}"/>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5D9B8B5-AF5B-49AB-A8F0-908DE49A9B32}"/>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0757DA29-F5BE-4D81-A3DC-EC88BD23604C}"/>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EA93D7F0-9A47-4843-92CC-9C494BD723B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8A25D60-6A9B-4D4D-879A-BF51EF6E174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1E33E3E4-8B42-4622-B639-19F8FFF099A1}"/>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09</a:t>
            </a:r>
          </a:p>
        </p:txBody>
      </p:sp>
      <p:sp>
        <p:nvSpPr>
          <p:cNvPr id="11" name="">
            <a:extLst xmlns:a="http://schemas.openxmlformats.org/drawingml/2006/main">
              <a:ext uri="{FF2B5EF4-FFF2-40B4-BE49-F238E27FC236}">
                <a16:creationId xmlns:a16="http://schemas.microsoft.com/office/drawing/2014/main" id="{92000A92-B234-427E-AABC-A45A587BC51A}"/>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E67F3AD7-B451-43D1-98FB-85776FEAA73A}"/>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B7D0DB55-646F-4656-B7D7-E2380EC60B65}"/>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32024"/>
                </a:solidFill>
              </a:defRPr>
            </a:pPr>
            <a:r>
              <a:rPr sz="2775" b="1">
                <a:solidFill>
                  <a:srgbClr val="132024"/>
                </a:solidFill>
              </a:rPr>
              <a:t>2차 질문: 발달정도·동기화 비교는</a:t>
            </a:r>
          </a:p>
          <a:p xmlns:a="http://schemas.openxmlformats.org/drawingml/2006/main">
            <a:pPr algn="l">
              <a:defRPr sz="2775" b="1">
                <a:solidFill>
                  <a:srgbClr val="132024"/>
                </a:solidFill>
              </a:defRPr>
            </a:pPr>
            <a:r>
              <a:rPr sz="2775" b="1">
                <a:solidFill>
                  <a:srgbClr val="132024"/>
                </a:solidFill>
              </a:rPr>
              <a:t>어느 수준의 세분화가 필요한가</a:t>
            </a:r>
          </a:p>
        </p:txBody>
      </p:sp>
      <p:sp>
        <p:nvSpPr>
          <p:cNvPr id="14" name="">
            <a:extLst xmlns:a="http://schemas.openxmlformats.org/drawingml/2006/main">
              <a:ext uri="{FF2B5EF4-FFF2-40B4-BE49-F238E27FC236}">
                <a16:creationId xmlns:a16="http://schemas.microsoft.com/office/drawing/2014/main" id="{1D6E7EC0-3CEF-4AF3-BC8D-FCEC02B00283}"/>
              </a:ext>
            </a:extLst>
          </p:cNvPr>
          <p:cNvSpPr>
            <a:spLocks xmlns:a="http://schemas.openxmlformats.org/drawingml/2006/main" noGrp="1"/>
          </p:cNvSpPr>
          <p:nvPr/>
        </p:nvSpPr>
        <p:spPr>
          <a:xfrm xmlns:a="http://schemas.openxmlformats.org/drawingml/2006/main">
            <a:off x="628650" y="2038350"/>
            <a:ext cx="685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344146"/>
                </a:solidFill>
              </a:defRPr>
            </a:pPr>
            <a:r>
              <a:rPr sz="1350" b="0">
                <a:solidFill>
                  <a:srgbClr val="344146"/>
                </a:solidFill>
              </a:rPr>
              <a:t>Round 2-4의 benchmark 논문들이 들어오면서,</a:t>
            </a:r>
          </a:p>
          <a:p xmlns:a="http://schemas.openxmlformats.org/drawingml/2006/main">
            <a:pPr algn="l">
              <a:defRPr sz="1350" b="0">
                <a:solidFill>
                  <a:srgbClr val="344146"/>
                </a:solidFill>
              </a:defRPr>
            </a:pPr>
            <a:r>
              <a:rPr sz="1350" b="0">
                <a:solidFill>
                  <a:srgbClr val="344146"/>
                </a:solidFill>
              </a:rPr>
              <a:t>질문 자체가 새 프레임으로 재구성됐다.</a:t>
            </a:r>
          </a:p>
        </p:txBody>
      </p:sp>
      <p:sp>
        <p:nvSpPr>
          <p:cNvPr id="15" name="">
            <a:extLst xmlns:a="http://schemas.openxmlformats.org/drawingml/2006/main">
              <a:ext uri="{FF2B5EF4-FFF2-40B4-BE49-F238E27FC236}">
                <a16:creationId xmlns:a16="http://schemas.microsoft.com/office/drawing/2014/main" id="{62C5103E-2BF9-470C-BEBD-8219FFA32736}"/>
              </a:ext>
            </a:extLst>
          </p:cNvPr>
          <p:cNvSpPr>
            <a:spLocks xmlns:a="http://schemas.openxmlformats.org/drawingml/2006/main" noGrp="1"/>
          </p:cNvSpPr>
          <p:nvPr/>
        </p:nvSpPr>
        <p:spPr>
          <a:xfrm xmlns:a="http://schemas.openxmlformats.org/drawingml/2006/main">
            <a:off x="8362950" y="876300"/>
            <a:ext cx="154305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Round 2-4 added</a:t>
            </a:r>
          </a:p>
        </p:txBody>
      </p:sp>
      <p:sp>
        <p:nvSpPr>
          <p:cNvPr id="16" name="">
            <a:extLst xmlns:a="http://schemas.openxmlformats.org/drawingml/2006/main">
              <a:ext uri="{FF2B5EF4-FFF2-40B4-BE49-F238E27FC236}">
                <a16:creationId xmlns:a16="http://schemas.microsoft.com/office/drawing/2014/main" id="{855F2B23-A807-4A0B-9B10-2714F3733D66}"/>
              </a:ext>
            </a:extLst>
          </p:cNvPr>
          <p:cNvSpPr>
            <a:spLocks xmlns:a="http://schemas.openxmlformats.org/drawingml/2006/main" noGrp="1"/>
          </p:cNvSpPr>
          <p:nvPr/>
        </p:nvSpPr>
        <p:spPr>
          <a:xfrm xmlns:a="http://schemas.openxmlformats.org/drawingml/2006/main">
            <a:off x="4343400" y="2609850"/>
            <a:ext cx="3048000" cy="1181100"/>
          </a:xfrm>
          <a:prstGeom xmlns:a="http://schemas.openxmlformats.org/drawingml/2006/main" prst="roundRect">
            <a:avLst>
              <a:gd name="adj" fmla="val 6452"/>
            </a:avLst>
          </a:prstGeom>
          <a:solidFill xmlns:a="http://schemas.openxmlformats.org/drawingml/2006/main">
            <a:srgbClr val="DDF4E8"/>
          </a:solidFill>
          <a:ln xmlns:a="http://schemas.openxmlformats.org/drawingml/2006/main" w="10478">
            <a:solidFill>
              <a:srgbClr val="132024"/>
            </a:solidFill>
            <a:prstDash val="solid"/>
          </a:ln>
        </p:spPr>
      </p:sp>
      <p:sp>
        <p:nvSpPr>
          <p:cNvPr id="17" name="">
            <a:extLst xmlns:a="http://schemas.openxmlformats.org/drawingml/2006/main">
              <a:ext uri="{FF2B5EF4-FFF2-40B4-BE49-F238E27FC236}">
                <a16:creationId xmlns:a16="http://schemas.microsoft.com/office/drawing/2014/main" id="{E67D25FE-38E8-41C0-8741-80F26C0D3DD4}"/>
              </a:ext>
            </a:extLst>
          </p:cNvPr>
          <p:cNvSpPr>
            <a:spLocks xmlns:a="http://schemas.openxmlformats.org/drawingml/2006/main" noGrp="1"/>
          </p:cNvSpPr>
          <p:nvPr/>
        </p:nvSpPr>
        <p:spPr>
          <a:xfrm xmlns:a="http://schemas.openxmlformats.org/drawingml/2006/main">
            <a:off x="4343400" y="2609850"/>
            <a:ext cx="66675" cy="11811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88A9EFF9-4AA1-476E-B560-6302E4138C86}"/>
              </a:ext>
            </a:extLst>
          </p:cNvPr>
          <p:cNvSpPr>
            <a:spLocks xmlns:a="http://schemas.openxmlformats.org/drawingml/2006/main" noGrp="1"/>
          </p:cNvSpPr>
          <p:nvPr/>
        </p:nvSpPr>
        <p:spPr>
          <a:xfrm xmlns:a="http://schemas.openxmlformats.org/drawingml/2006/main">
            <a:off x="4514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9" name="">
            <a:extLst xmlns:a="http://schemas.openxmlformats.org/drawingml/2006/main">
              <a:ext uri="{FF2B5EF4-FFF2-40B4-BE49-F238E27FC236}">
                <a16:creationId xmlns:a16="http://schemas.microsoft.com/office/drawing/2014/main" id="{788E893A-301F-4D0F-8332-7F99E5A7F755}"/>
              </a:ext>
            </a:extLst>
          </p:cNvPr>
          <p:cNvSpPr>
            <a:spLocks xmlns:a="http://schemas.openxmlformats.org/drawingml/2006/main" noGrp="1"/>
          </p:cNvSpPr>
          <p:nvPr/>
        </p:nvSpPr>
        <p:spPr>
          <a:xfrm xmlns:a="http://schemas.openxmlformats.org/drawingml/2006/main">
            <a:off x="4514850" y="3048000"/>
            <a:ext cx="2724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Q2 | 발달정도·동기화 비교 프레임워크</a:t>
            </a:r>
          </a:p>
        </p:txBody>
      </p:sp>
      <p:sp>
        <p:nvSpPr>
          <p:cNvPr id="20" name="">
            <a:extLst xmlns:a="http://schemas.openxmlformats.org/drawingml/2006/main">
              <a:ext uri="{FF2B5EF4-FFF2-40B4-BE49-F238E27FC236}">
                <a16:creationId xmlns:a16="http://schemas.microsoft.com/office/drawing/2014/main" id="{F74D811B-634C-43C3-9166-03DF030C5B32}"/>
              </a:ext>
            </a:extLst>
          </p:cNvPr>
          <p:cNvSpPr>
            <a:spLocks xmlns:a="http://schemas.openxmlformats.org/drawingml/2006/main" noGrp="1"/>
          </p:cNvSpPr>
          <p:nvPr/>
        </p:nvSpPr>
        <p:spPr>
          <a:xfrm xmlns:a="http://schemas.openxmlformats.org/drawingml/2006/main">
            <a:off x="4514850" y="3295650"/>
            <a:ext cx="2724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수준의 세분화가 필요한가?</a:t>
            </a:r>
          </a:p>
        </p:txBody>
      </p:sp>
      <p:sp>
        <p:nvSpPr>
          <p:cNvPr id="21" name="">
            <a:extLst xmlns:a="http://schemas.openxmlformats.org/drawingml/2006/main">
              <a:ext uri="{FF2B5EF4-FFF2-40B4-BE49-F238E27FC236}">
                <a16:creationId xmlns:a16="http://schemas.microsoft.com/office/drawing/2014/main" id="{954D8B61-9951-437C-AC11-CFE5A72E1589}"/>
              </a:ext>
            </a:extLst>
          </p:cNvPr>
          <p:cNvSpPr>
            <a:spLocks xmlns:a="http://schemas.openxmlformats.org/drawingml/2006/main" noGrp="1"/>
          </p:cNvSpPr>
          <p:nvPr/>
        </p:nvSpPr>
        <p:spPr>
          <a:xfrm xmlns:a="http://schemas.openxmlformats.org/drawingml/2006/main">
            <a:off x="971550" y="200025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2" name="">
            <a:extLst xmlns:a="http://schemas.openxmlformats.org/drawingml/2006/main">
              <a:ext uri="{FF2B5EF4-FFF2-40B4-BE49-F238E27FC236}">
                <a16:creationId xmlns:a16="http://schemas.microsoft.com/office/drawing/2014/main" id="{623DDAD0-E3B7-449D-BA89-18E57AB277CC}"/>
              </a:ext>
            </a:extLst>
          </p:cNvPr>
          <p:cNvSpPr>
            <a:spLocks xmlns:a="http://schemas.openxmlformats.org/drawingml/2006/main" noGrp="1"/>
          </p:cNvSpPr>
          <p:nvPr/>
        </p:nvSpPr>
        <p:spPr>
          <a:xfrm xmlns:a="http://schemas.openxmlformats.org/drawingml/2006/main">
            <a:off x="971550" y="2000250"/>
            <a:ext cx="66675" cy="11430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0AF79D78-501F-4D38-A1A7-B8D10C04115F}"/>
              </a:ext>
            </a:extLst>
          </p:cNvPr>
          <p:cNvSpPr>
            <a:spLocks xmlns:a="http://schemas.openxmlformats.org/drawingml/2006/main" noGrp="1"/>
          </p:cNvSpPr>
          <p:nvPr/>
        </p:nvSpPr>
        <p:spPr>
          <a:xfrm xmlns:a="http://schemas.openxmlformats.org/drawingml/2006/main">
            <a:off x="1143000" y="21526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4" name="">
            <a:extLst xmlns:a="http://schemas.openxmlformats.org/drawingml/2006/main">
              <a:ext uri="{FF2B5EF4-FFF2-40B4-BE49-F238E27FC236}">
                <a16:creationId xmlns:a16="http://schemas.microsoft.com/office/drawing/2014/main" id="{FD62CBC3-9925-402E-8C2E-306CC71A4011}"/>
              </a:ext>
            </a:extLst>
          </p:cNvPr>
          <p:cNvSpPr>
            <a:spLocks xmlns:a="http://schemas.openxmlformats.org/drawingml/2006/main" noGrp="1"/>
          </p:cNvSpPr>
          <p:nvPr/>
        </p:nvSpPr>
        <p:spPr>
          <a:xfrm xmlns:a="http://schemas.openxmlformats.org/drawingml/2006/main">
            <a:off x="1143000" y="24384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Velasco 2019</a:t>
            </a:r>
          </a:p>
        </p:txBody>
      </p:sp>
      <p:sp>
        <p:nvSpPr>
          <p:cNvPr id="25" name="">
            <a:extLst xmlns:a="http://schemas.openxmlformats.org/drawingml/2006/main">
              <a:ext uri="{FF2B5EF4-FFF2-40B4-BE49-F238E27FC236}">
                <a16:creationId xmlns:a16="http://schemas.microsoft.com/office/drawing/2014/main" id="{D6C797FF-7730-4D78-A756-4CE75D83CC58}"/>
              </a:ext>
            </a:extLst>
          </p:cNvPr>
          <p:cNvSpPr>
            <a:spLocks xmlns:a="http://schemas.openxmlformats.org/drawingml/2006/main" noGrp="1"/>
          </p:cNvSpPr>
          <p:nvPr/>
        </p:nvSpPr>
        <p:spPr>
          <a:xfrm xmlns:a="http://schemas.openxmlformats.org/drawingml/2006/main">
            <a:off x="1143000" y="26860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within-protocol</a:t>
            </a:r>
          </a:p>
          <a:p xmlns:a="http://schemas.openxmlformats.org/drawingml/2006/main">
            <a:pPr algn="l">
              <a:defRPr sz="825" b="0">
                <a:solidFill>
                  <a:srgbClr val="344146"/>
                </a:solidFill>
              </a:defRPr>
            </a:pPr>
            <a:r>
              <a:rPr sz="825" b="0">
                <a:solidFill>
                  <a:srgbClr val="344146"/>
                </a:solidFill>
              </a:rPr>
              <a:t>reproducibility</a:t>
            </a:r>
          </a:p>
        </p:txBody>
      </p:sp>
      <p:sp>
        <p:nvSpPr>
          <p:cNvPr id="26" name="">
            <a:extLst xmlns:a="http://schemas.openxmlformats.org/drawingml/2006/main">
              <a:ext uri="{FF2B5EF4-FFF2-40B4-BE49-F238E27FC236}">
                <a16:creationId xmlns:a16="http://schemas.microsoft.com/office/drawing/2014/main" id="{B9FFCA72-02CD-404E-86C9-C216E226E3E6}"/>
              </a:ext>
            </a:extLst>
          </p:cNvPr>
          <p:cNvSpPr>
            <a:spLocks xmlns:a="http://schemas.openxmlformats.org/drawingml/2006/main" noGrp="1"/>
          </p:cNvSpPr>
          <p:nvPr/>
        </p:nvSpPr>
        <p:spPr>
          <a:xfrm xmlns:a="http://schemas.openxmlformats.org/drawingml/2006/main">
            <a:off x="1562100" y="392430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7" name="">
            <a:extLst xmlns:a="http://schemas.openxmlformats.org/drawingml/2006/main">
              <a:ext uri="{FF2B5EF4-FFF2-40B4-BE49-F238E27FC236}">
                <a16:creationId xmlns:a16="http://schemas.microsoft.com/office/drawing/2014/main" id="{B4E9988C-0694-4BBB-9F9E-5A01B33944CA}"/>
              </a:ext>
            </a:extLst>
          </p:cNvPr>
          <p:cNvSpPr>
            <a:spLocks xmlns:a="http://schemas.openxmlformats.org/drawingml/2006/main" noGrp="1"/>
          </p:cNvSpPr>
          <p:nvPr/>
        </p:nvSpPr>
        <p:spPr>
          <a:xfrm xmlns:a="http://schemas.openxmlformats.org/drawingml/2006/main">
            <a:off x="1562100" y="3924300"/>
            <a:ext cx="66675" cy="11430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C77A369C-6E46-4E33-B462-A4168C27B836}"/>
              </a:ext>
            </a:extLst>
          </p:cNvPr>
          <p:cNvSpPr>
            <a:spLocks xmlns:a="http://schemas.openxmlformats.org/drawingml/2006/main" noGrp="1"/>
          </p:cNvSpPr>
          <p:nvPr/>
        </p:nvSpPr>
        <p:spPr>
          <a:xfrm xmlns:a="http://schemas.openxmlformats.org/drawingml/2006/main">
            <a:off x="1733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9" name="">
            <a:extLst xmlns:a="http://schemas.openxmlformats.org/drawingml/2006/main">
              <a:ext uri="{FF2B5EF4-FFF2-40B4-BE49-F238E27FC236}">
                <a16:creationId xmlns:a16="http://schemas.microsoft.com/office/drawing/2014/main" id="{A45065FB-6F95-4D8F-A230-19665F88F1F8}"/>
              </a:ext>
            </a:extLst>
          </p:cNvPr>
          <p:cNvSpPr>
            <a:spLocks xmlns:a="http://schemas.openxmlformats.org/drawingml/2006/main" noGrp="1"/>
          </p:cNvSpPr>
          <p:nvPr/>
        </p:nvSpPr>
        <p:spPr>
          <a:xfrm xmlns:a="http://schemas.openxmlformats.org/drawingml/2006/main">
            <a:off x="1733550" y="436245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Yoon 2019</a:t>
            </a:r>
          </a:p>
        </p:txBody>
      </p:sp>
      <p:sp>
        <p:nvSpPr>
          <p:cNvPr id="30" name="">
            <a:extLst xmlns:a="http://schemas.openxmlformats.org/drawingml/2006/main">
              <a:ext uri="{FF2B5EF4-FFF2-40B4-BE49-F238E27FC236}">
                <a16:creationId xmlns:a16="http://schemas.microsoft.com/office/drawing/2014/main" id="{C7E71DEC-0432-46A5-B235-ADB896E8F1A0}"/>
              </a:ext>
            </a:extLst>
          </p:cNvPr>
          <p:cNvSpPr>
            <a:spLocks xmlns:a="http://schemas.openxmlformats.org/drawingml/2006/main" noGrp="1"/>
          </p:cNvSpPr>
          <p:nvPr/>
        </p:nvSpPr>
        <p:spPr>
          <a:xfrm xmlns:a="http://schemas.openxmlformats.org/drawingml/2006/main">
            <a:off x="1733550" y="461010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cross-line</a:t>
            </a:r>
          </a:p>
          <a:p xmlns:a="http://schemas.openxmlformats.org/drawingml/2006/main">
            <a:pPr algn="l">
              <a:defRPr sz="825" b="0">
                <a:solidFill>
                  <a:srgbClr val="344146"/>
                </a:solidFill>
              </a:defRPr>
            </a:pPr>
            <a:r>
              <a:rPr sz="825" b="0">
                <a:solidFill>
                  <a:srgbClr val="344146"/>
                </a:solidFill>
              </a:rPr>
              <a:t>reliability</a:t>
            </a:r>
          </a:p>
        </p:txBody>
      </p:sp>
      <p:sp>
        <p:nvSpPr>
          <p:cNvPr id="31" name="">
            <a:extLst xmlns:a="http://schemas.openxmlformats.org/drawingml/2006/main">
              <a:ext uri="{FF2B5EF4-FFF2-40B4-BE49-F238E27FC236}">
                <a16:creationId xmlns:a16="http://schemas.microsoft.com/office/drawing/2014/main" id="{4EFA5231-B9D7-4BE4-B35A-45203A66B10D}"/>
              </a:ext>
            </a:extLst>
          </p:cNvPr>
          <p:cNvSpPr>
            <a:spLocks xmlns:a="http://schemas.openxmlformats.org/drawingml/2006/main" noGrp="1"/>
          </p:cNvSpPr>
          <p:nvPr/>
        </p:nvSpPr>
        <p:spPr>
          <a:xfrm xmlns:a="http://schemas.openxmlformats.org/drawingml/2006/main">
            <a:off x="8191500" y="15621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2" name="">
            <a:extLst xmlns:a="http://schemas.openxmlformats.org/drawingml/2006/main">
              <a:ext uri="{FF2B5EF4-FFF2-40B4-BE49-F238E27FC236}">
                <a16:creationId xmlns:a16="http://schemas.microsoft.com/office/drawing/2014/main" id="{EB99BE3E-1713-4F84-873D-70DA392781F8}"/>
              </a:ext>
            </a:extLst>
          </p:cNvPr>
          <p:cNvSpPr>
            <a:spLocks xmlns:a="http://schemas.openxmlformats.org/drawingml/2006/main" noGrp="1"/>
          </p:cNvSpPr>
          <p:nvPr/>
        </p:nvSpPr>
        <p:spPr>
          <a:xfrm xmlns:a="http://schemas.openxmlformats.org/drawingml/2006/main">
            <a:off x="8191500" y="1562100"/>
            <a:ext cx="66675" cy="1219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A26DAAD0-578E-4AE7-B75C-F7914A292204}"/>
              </a:ext>
            </a:extLst>
          </p:cNvPr>
          <p:cNvSpPr>
            <a:spLocks xmlns:a="http://schemas.openxmlformats.org/drawingml/2006/main" noGrp="1"/>
          </p:cNvSpPr>
          <p:nvPr/>
        </p:nvSpPr>
        <p:spPr>
          <a:xfrm xmlns:a="http://schemas.openxmlformats.org/drawingml/2006/main">
            <a:off x="8362950" y="1714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4" name="">
            <a:extLst xmlns:a="http://schemas.openxmlformats.org/drawingml/2006/main">
              <a:ext uri="{FF2B5EF4-FFF2-40B4-BE49-F238E27FC236}">
                <a16:creationId xmlns:a16="http://schemas.microsoft.com/office/drawing/2014/main" id="{39C77905-4FF4-4C48-B1CD-6144BE63E2CE}"/>
              </a:ext>
            </a:extLst>
          </p:cNvPr>
          <p:cNvSpPr>
            <a:spLocks xmlns:a="http://schemas.openxmlformats.org/drawingml/2006/main" noGrp="1"/>
          </p:cNvSpPr>
          <p:nvPr/>
        </p:nvSpPr>
        <p:spPr>
          <a:xfrm xmlns:a="http://schemas.openxmlformats.org/drawingml/2006/main">
            <a:off x="8362950" y="20002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Bhaduri 2020</a:t>
            </a:r>
          </a:p>
        </p:txBody>
      </p:sp>
      <p:sp>
        <p:nvSpPr>
          <p:cNvPr id="35" name="">
            <a:extLst xmlns:a="http://schemas.openxmlformats.org/drawingml/2006/main">
              <a:ext uri="{FF2B5EF4-FFF2-40B4-BE49-F238E27FC236}">
                <a16:creationId xmlns:a16="http://schemas.microsoft.com/office/drawing/2014/main" id="{DDEF2C14-1BDA-4D14-B4AF-F43DC231BA15}"/>
              </a:ext>
            </a:extLst>
          </p:cNvPr>
          <p:cNvSpPr>
            <a:spLocks xmlns:a="http://schemas.openxmlformats.org/drawingml/2006/main" noGrp="1"/>
          </p:cNvSpPr>
          <p:nvPr/>
        </p:nvSpPr>
        <p:spPr>
          <a:xfrm xmlns:a="http://schemas.openxmlformats.org/drawingml/2006/main">
            <a:off x="8362950" y="22479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fidelity versus</a:t>
            </a:r>
          </a:p>
          <a:p xmlns:a="http://schemas.openxmlformats.org/drawingml/2006/main">
            <a:pPr algn="l">
              <a:defRPr sz="825" b="0">
                <a:solidFill>
                  <a:srgbClr val="344146"/>
                </a:solidFill>
              </a:defRPr>
            </a:pPr>
            <a:r>
              <a:rPr sz="825" b="0">
                <a:solidFill>
                  <a:srgbClr val="344146"/>
                </a:solidFill>
              </a:rPr>
              <a:t>stress</a:t>
            </a:r>
          </a:p>
        </p:txBody>
      </p:sp>
      <p:sp>
        <p:nvSpPr>
          <p:cNvPr id="36" name="">
            <a:extLst xmlns:a="http://schemas.openxmlformats.org/drawingml/2006/main">
              <a:ext uri="{FF2B5EF4-FFF2-40B4-BE49-F238E27FC236}">
                <a16:creationId xmlns:a16="http://schemas.microsoft.com/office/drawing/2014/main" id="{C62C4B70-9D65-4036-9AA7-8D4C3D57EE77}"/>
              </a:ext>
            </a:extLst>
          </p:cNvPr>
          <p:cNvSpPr>
            <a:spLocks xmlns:a="http://schemas.openxmlformats.org/drawingml/2006/main" noGrp="1"/>
          </p:cNvSpPr>
          <p:nvPr/>
        </p:nvSpPr>
        <p:spPr>
          <a:xfrm xmlns:a="http://schemas.openxmlformats.org/drawingml/2006/main">
            <a:off x="8858250" y="32004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7" name="">
            <a:extLst xmlns:a="http://schemas.openxmlformats.org/drawingml/2006/main">
              <a:ext uri="{FF2B5EF4-FFF2-40B4-BE49-F238E27FC236}">
                <a16:creationId xmlns:a16="http://schemas.microsoft.com/office/drawing/2014/main" id="{8FAAA741-FFB5-4743-AB75-27BCD66044FA}"/>
              </a:ext>
            </a:extLst>
          </p:cNvPr>
          <p:cNvSpPr>
            <a:spLocks xmlns:a="http://schemas.openxmlformats.org/drawingml/2006/main" noGrp="1"/>
          </p:cNvSpPr>
          <p:nvPr/>
        </p:nvSpPr>
        <p:spPr>
          <a:xfrm xmlns:a="http://schemas.openxmlformats.org/drawingml/2006/main">
            <a:off x="8858250" y="3200400"/>
            <a:ext cx="66675" cy="1219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53C82CF1-CDB5-43AF-9354-DC8D274AB751}"/>
              </a:ext>
            </a:extLst>
          </p:cNvPr>
          <p:cNvSpPr>
            <a:spLocks xmlns:a="http://schemas.openxmlformats.org/drawingml/2006/main" noGrp="1"/>
          </p:cNvSpPr>
          <p:nvPr/>
        </p:nvSpPr>
        <p:spPr>
          <a:xfrm xmlns:a="http://schemas.openxmlformats.org/drawingml/2006/main">
            <a:off x="9029700" y="33528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9" name="">
            <a:extLst xmlns:a="http://schemas.openxmlformats.org/drawingml/2006/main">
              <a:ext uri="{FF2B5EF4-FFF2-40B4-BE49-F238E27FC236}">
                <a16:creationId xmlns:a16="http://schemas.microsoft.com/office/drawing/2014/main" id="{81B8135E-DDF7-4707-9BAA-F024A0D43037}"/>
              </a:ext>
            </a:extLst>
          </p:cNvPr>
          <p:cNvSpPr>
            <a:spLocks xmlns:a="http://schemas.openxmlformats.org/drawingml/2006/main" noGrp="1"/>
          </p:cNvSpPr>
          <p:nvPr/>
        </p:nvSpPr>
        <p:spPr>
          <a:xfrm xmlns:a="http://schemas.openxmlformats.org/drawingml/2006/main">
            <a:off x="9029700" y="36385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Kanton 2019</a:t>
            </a:r>
          </a:p>
        </p:txBody>
      </p:sp>
      <p:sp>
        <p:nvSpPr>
          <p:cNvPr id="40" name="">
            <a:extLst xmlns:a="http://schemas.openxmlformats.org/drawingml/2006/main">
              <a:ext uri="{FF2B5EF4-FFF2-40B4-BE49-F238E27FC236}">
                <a16:creationId xmlns:a16="http://schemas.microsoft.com/office/drawing/2014/main" id="{9762B38D-840B-4AAA-9EFC-46DA02D97901}"/>
              </a:ext>
            </a:extLst>
          </p:cNvPr>
          <p:cNvSpPr>
            <a:spLocks xmlns:a="http://schemas.openxmlformats.org/drawingml/2006/main" noGrp="1"/>
          </p:cNvSpPr>
          <p:nvPr/>
        </p:nvSpPr>
        <p:spPr>
          <a:xfrm xmlns:a="http://schemas.openxmlformats.org/drawingml/2006/main">
            <a:off x="9029700" y="38862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temporal map</a:t>
            </a:r>
          </a:p>
        </p:txBody>
      </p:sp>
      <p:sp>
        <p:nvSpPr>
          <p:cNvPr id="41" name="">
            <a:extLst xmlns:a="http://schemas.openxmlformats.org/drawingml/2006/main">
              <a:ext uri="{FF2B5EF4-FFF2-40B4-BE49-F238E27FC236}">
                <a16:creationId xmlns:a16="http://schemas.microsoft.com/office/drawing/2014/main" id="{333D4870-EF7A-4F62-A812-85F0EDF81983}"/>
              </a:ext>
            </a:extLst>
          </p:cNvPr>
          <p:cNvSpPr>
            <a:spLocks xmlns:a="http://schemas.openxmlformats.org/drawingml/2006/main" noGrp="1"/>
          </p:cNvSpPr>
          <p:nvPr/>
        </p:nvSpPr>
        <p:spPr>
          <a:xfrm xmlns:a="http://schemas.openxmlformats.org/drawingml/2006/main">
            <a:off x="7981950" y="4857750"/>
            <a:ext cx="2419350" cy="1047750"/>
          </a:xfrm>
          <a:prstGeom xmlns:a="http://schemas.openxmlformats.org/drawingml/2006/main" prst="roundRect">
            <a:avLst>
              <a:gd name="adj" fmla="val 7273"/>
            </a:avLst>
          </a:prstGeom>
          <a:solidFill xmlns:a="http://schemas.openxmlformats.org/drawingml/2006/main">
            <a:srgbClr val="FFFDF8"/>
          </a:solidFill>
          <a:ln xmlns:a="http://schemas.openxmlformats.org/drawingml/2006/main" w="10478">
            <a:solidFill>
              <a:srgbClr val="132024"/>
            </a:solidFill>
            <a:prstDash val="solid"/>
          </a:ln>
        </p:spPr>
      </p:sp>
      <p:sp>
        <p:nvSpPr>
          <p:cNvPr id="42" name="">
            <a:extLst xmlns:a="http://schemas.openxmlformats.org/drawingml/2006/main">
              <a:ext uri="{FF2B5EF4-FFF2-40B4-BE49-F238E27FC236}">
                <a16:creationId xmlns:a16="http://schemas.microsoft.com/office/drawing/2014/main" id="{39A28454-94BE-4DCA-B9D7-C39DFCCE6FA4}"/>
              </a:ext>
            </a:extLst>
          </p:cNvPr>
          <p:cNvSpPr>
            <a:spLocks xmlns:a="http://schemas.openxmlformats.org/drawingml/2006/main" noGrp="1"/>
          </p:cNvSpPr>
          <p:nvPr/>
        </p:nvSpPr>
        <p:spPr>
          <a:xfrm xmlns:a="http://schemas.openxmlformats.org/drawingml/2006/main">
            <a:off x="7981950" y="4857750"/>
            <a:ext cx="66675" cy="10477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BA1595D4-5EB8-4F6C-9954-9742A1C2238A}"/>
              </a:ext>
            </a:extLst>
          </p:cNvPr>
          <p:cNvSpPr>
            <a:spLocks xmlns:a="http://schemas.openxmlformats.org/drawingml/2006/main" noGrp="1"/>
          </p:cNvSpPr>
          <p:nvPr/>
        </p:nvSpPr>
        <p:spPr>
          <a:xfrm xmlns:a="http://schemas.openxmlformats.org/drawingml/2006/main">
            <a:off x="8153400" y="5010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4" name="">
            <a:extLst xmlns:a="http://schemas.openxmlformats.org/drawingml/2006/main">
              <a:ext uri="{FF2B5EF4-FFF2-40B4-BE49-F238E27FC236}">
                <a16:creationId xmlns:a16="http://schemas.microsoft.com/office/drawing/2014/main" id="{862FBD2F-264B-4747-B6EE-28F7CF636CF2}"/>
              </a:ext>
            </a:extLst>
          </p:cNvPr>
          <p:cNvSpPr>
            <a:spLocks xmlns:a="http://schemas.openxmlformats.org/drawingml/2006/main" noGrp="1"/>
          </p:cNvSpPr>
          <p:nvPr/>
        </p:nvSpPr>
        <p:spPr>
          <a:xfrm xmlns:a="http://schemas.openxmlformats.org/drawingml/2006/main">
            <a:off x="8153400" y="5295900"/>
            <a:ext cx="209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He 2024</a:t>
            </a:r>
          </a:p>
        </p:txBody>
      </p:sp>
      <p:sp>
        <p:nvSpPr>
          <p:cNvPr id="45" name="">
            <a:extLst xmlns:a="http://schemas.openxmlformats.org/drawingml/2006/main">
              <a:ext uri="{FF2B5EF4-FFF2-40B4-BE49-F238E27FC236}">
                <a16:creationId xmlns:a16="http://schemas.microsoft.com/office/drawing/2014/main" id="{D39127B8-E992-42B3-A382-03B3C22A08D1}"/>
              </a:ext>
            </a:extLst>
          </p:cNvPr>
          <p:cNvSpPr>
            <a:spLocks xmlns:a="http://schemas.openxmlformats.org/drawingml/2006/main" noGrp="1"/>
          </p:cNvSpPr>
          <p:nvPr/>
        </p:nvSpPr>
        <p:spPr>
          <a:xfrm xmlns:a="http://schemas.openxmlformats.org/drawingml/2006/main">
            <a:off x="8153400" y="55435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integrated atlas</a:t>
            </a:r>
          </a:p>
          <a:p xmlns:a="http://schemas.openxmlformats.org/drawingml/2006/main">
            <a:pPr algn="l">
              <a:defRPr sz="825" b="0">
                <a:solidFill>
                  <a:srgbClr val="344146"/>
                </a:solidFill>
              </a:defRPr>
            </a:pPr>
            <a:r>
              <a:rPr sz="825" b="0">
                <a:solidFill>
                  <a:srgbClr val="344146"/>
                </a:solidFill>
              </a:rPr>
              <a:t>alignment</a:t>
            </a:r>
          </a:p>
        </p:txBody>
      </p:sp>
      <p:sp>
        <p:nvSpPr>
          <p:cNvPr id="46" name="">
            <a:extLst xmlns:a="http://schemas.openxmlformats.org/drawingml/2006/main">
              <a:ext uri="{FF2B5EF4-FFF2-40B4-BE49-F238E27FC236}">
                <a16:creationId xmlns:a16="http://schemas.microsoft.com/office/drawing/2014/main" id="{02F2CF84-B4DC-4350-9D28-6A2CBF70CB5B}"/>
              </a:ext>
            </a:extLst>
          </p:cNvPr>
          <p:cNvSpPr>
            <a:spLocks xmlns:a="http://schemas.openxmlformats.org/drawingml/2006/main" noGrp="1"/>
          </p:cNvSpPr>
          <p:nvPr/>
        </p:nvSpPr>
        <p:spPr>
          <a:xfrm xmlns:a="http://schemas.openxmlformats.org/drawingml/2006/main" rot="-10253933">
            <a:off x="1918083" y="2871788"/>
            <a:ext cx="39743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730ACDA6-CFD8-485E-A352-BDE500F1C5B0}"/>
              </a:ext>
            </a:extLst>
          </p:cNvPr>
          <p:cNvSpPr>
            <a:spLocks xmlns:a="http://schemas.openxmlformats.org/drawingml/2006/main" noGrp="1"/>
          </p:cNvSpPr>
          <p:nvPr/>
        </p:nvSpPr>
        <p:spPr>
          <a:xfrm xmlns:a="http://schemas.openxmlformats.org/drawingml/2006/main" rot="9525918">
            <a:off x="2412233" y="3833813"/>
            <a:ext cx="357658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F622C5D6-C983-420B-BAAB-150AFEC93B3A}"/>
              </a:ext>
            </a:extLst>
          </p:cNvPr>
          <p:cNvSpPr>
            <a:spLocks xmlns:a="http://schemas.openxmlformats.org/drawingml/2006/main" noGrp="1"/>
          </p:cNvSpPr>
          <p:nvPr/>
        </p:nvSpPr>
        <p:spPr>
          <a:xfrm xmlns:a="http://schemas.openxmlformats.org/drawingml/2006/main" rot="-1026164">
            <a:off x="5790058" y="2671763"/>
            <a:ext cx="3497958"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6470B97F-9E31-4D6D-8507-CFF28BD6BC24}"/>
              </a:ext>
            </a:extLst>
          </p:cNvPr>
          <p:cNvSpPr>
            <a:spLocks xmlns:a="http://schemas.openxmlformats.org/drawingml/2006/main" noGrp="1"/>
          </p:cNvSpPr>
          <p:nvPr/>
        </p:nvSpPr>
        <p:spPr>
          <a:xfrm xmlns:a="http://schemas.openxmlformats.org/drawingml/2006/main" rot="518632">
            <a:off x="5844365" y="3490913"/>
            <a:ext cx="4056096"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73DF7EF1-1037-466A-812E-CCA35177C923}"/>
              </a:ext>
            </a:extLst>
          </p:cNvPr>
          <p:cNvSpPr>
            <a:spLocks xmlns:a="http://schemas.openxmlformats.org/drawingml/2006/main" noGrp="1"/>
          </p:cNvSpPr>
          <p:nvPr/>
        </p:nvSpPr>
        <p:spPr>
          <a:xfrm xmlns:a="http://schemas.openxmlformats.org/drawingml/2006/main" rot="1996278">
            <a:off x="5541535" y="4276725"/>
            <a:ext cx="3975955"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8290C660-0B70-4837-91B6-95A275F77D58}"/>
              </a:ext>
            </a:extLst>
          </p:cNvPr>
          <p:cNvSpPr>
            <a:spLocks xmlns:a="http://schemas.openxmlformats.org/drawingml/2006/main" noGrp="1"/>
          </p:cNvSpPr>
          <p:nvPr/>
        </p:nvSpPr>
        <p:spPr>
          <a:xfrm xmlns:a="http://schemas.openxmlformats.org/drawingml/2006/main">
            <a:off x="609600" y="6153150"/>
            <a:ext cx="171450" cy="171450"/>
          </a:xfrm>
          <a:prstGeom xmlns:a="http://schemas.openxmlformats.org/drawingml/2006/main" prst="roundRect">
            <a:avLst>
              <a:gd name="adj" fmla="val 44444"/>
            </a:avLst>
          </a:prstGeom>
          <a:solidFill xmlns:a="http://schemas.openxmlformats.org/drawingml/2006/main">
            <a:srgbClr val="DDF4E8"/>
          </a:solidFill>
          <a:ln xmlns:a="http://schemas.openxmlformats.org/drawingml/2006/main" w="9525">
            <a:solidFill>
              <a:srgbClr val="132024"/>
            </a:solidFill>
            <a:prstDash val="solid"/>
          </a:ln>
        </p:spPr>
      </p:sp>
      <p:sp>
        <p:nvSpPr>
          <p:cNvPr id="52" name="">
            <a:extLst xmlns:a="http://schemas.openxmlformats.org/drawingml/2006/main">
              <a:ext uri="{FF2B5EF4-FFF2-40B4-BE49-F238E27FC236}">
                <a16:creationId xmlns:a16="http://schemas.microsoft.com/office/drawing/2014/main" id="{2B4C639A-DEC6-4E49-86F9-761D3149CA62}"/>
              </a:ext>
            </a:extLst>
          </p:cNvPr>
          <p:cNvSpPr>
            <a:spLocks xmlns:a="http://schemas.openxmlformats.org/drawingml/2006/main" noGrp="1"/>
          </p:cNvSpPr>
          <p:nvPr/>
        </p:nvSpPr>
        <p:spPr>
          <a:xfrm xmlns:a="http://schemas.openxmlformats.org/drawingml/2006/main">
            <a:off x="87630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query note</a:t>
            </a:r>
          </a:p>
        </p:txBody>
      </p:sp>
      <p:sp>
        <p:nvSpPr>
          <p:cNvPr id="53" name="">
            <a:extLst xmlns:a="http://schemas.openxmlformats.org/drawingml/2006/main">
              <a:ext uri="{FF2B5EF4-FFF2-40B4-BE49-F238E27FC236}">
                <a16:creationId xmlns:a16="http://schemas.microsoft.com/office/drawing/2014/main" id="{870F9015-460E-441B-9D72-5A941045BAD7}"/>
              </a:ext>
            </a:extLst>
          </p:cNvPr>
          <p:cNvSpPr>
            <a:spLocks xmlns:a="http://schemas.openxmlformats.org/drawingml/2006/main" noGrp="1"/>
          </p:cNvSpPr>
          <p:nvPr/>
        </p:nvSpPr>
        <p:spPr>
          <a:xfrm xmlns:a="http://schemas.openxmlformats.org/drawingml/2006/main">
            <a:off x="2038350" y="6153150"/>
            <a:ext cx="171450" cy="171450"/>
          </a:xfrm>
          <a:prstGeom xmlns:a="http://schemas.openxmlformats.org/drawingml/2006/main" prst="roundRect">
            <a:avLst>
              <a:gd name="adj" fmla="val 44444"/>
            </a:avLst>
          </a:prstGeom>
          <a:solidFill xmlns:a="http://schemas.openxmlformats.org/drawingml/2006/main">
            <a:srgbClr val="FFFDF8"/>
          </a:solidFill>
          <a:ln xmlns:a="http://schemas.openxmlformats.org/drawingml/2006/main" w="9525">
            <a:solidFill>
              <a:srgbClr val="132024"/>
            </a:solidFill>
            <a:prstDash val="solid"/>
          </a:ln>
        </p:spPr>
      </p:sp>
      <p:sp>
        <p:nvSpPr>
          <p:cNvPr id="54" name="">
            <a:extLst xmlns:a="http://schemas.openxmlformats.org/drawingml/2006/main">
              <a:ext uri="{FF2B5EF4-FFF2-40B4-BE49-F238E27FC236}">
                <a16:creationId xmlns:a16="http://schemas.microsoft.com/office/drawing/2014/main" id="{4C2B7065-E02D-441D-A460-CFD982A4A94E}"/>
              </a:ext>
            </a:extLst>
          </p:cNvPr>
          <p:cNvSpPr>
            <a:spLocks xmlns:a="http://schemas.openxmlformats.org/drawingml/2006/main" noGrp="1"/>
          </p:cNvSpPr>
          <p:nvPr/>
        </p:nvSpPr>
        <p:spPr>
          <a:xfrm xmlns:a="http://schemas.openxmlformats.org/drawingml/2006/main">
            <a:off x="230505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benchmark source</a:t>
            </a:r>
          </a:p>
        </p:txBody>
      </p:sp>
      <p:sp>
        <p:nvSpPr>
          <p:cNvPr id="55" name="">
            <a:extLst xmlns:a="http://schemas.openxmlformats.org/drawingml/2006/main">
              <a:ext uri="{FF2B5EF4-FFF2-40B4-BE49-F238E27FC236}">
                <a16:creationId xmlns:a16="http://schemas.microsoft.com/office/drawing/2014/main" id="{B027DC83-11BD-4905-AFA2-F5D775EE9E3E}"/>
              </a:ext>
            </a:extLst>
          </p:cNvPr>
          <p:cNvSpPr>
            <a:spLocks xmlns:a="http://schemas.openxmlformats.org/drawingml/2006/main" noGrp="1"/>
          </p:cNvSpPr>
          <p:nvPr/>
        </p:nvSpPr>
        <p:spPr>
          <a:xfrm xmlns:a="http://schemas.openxmlformats.org/drawingml/2006/main">
            <a:off x="6057900" y="5905500"/>
            <a:ext cx="552450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56" name="">
            <a:extLst xmlns:a="http://schemas.openxmlformats.org/drawingml/2006/main">
              <a:ext uri="{FF2B5EF4-FFF2-40B4-BE49-F238E27FC236}">
                <a16:creationId xmlns:a16="http://schemas.microsoft.com/office/drawing/2014/main" id="{010FEF97-CCAB-49F7-87AF-001582B6ED18}"/>
              </a:ext>
            </a:extLst>
          </p:cNvPr>
          <p:cNvSpPr>
            <a:spLocks xmlns:a="http://schemas.openxmlformats.org/drawingml/2006/main" noGrp="1"/>
          </p:cNvSpPr>
          <p:nvPr/>
        </p:nvSpPr>
        <p:spPr>
          <a:xfrm xmlns:a="http://schemas.openxmlformats.org/drawingml/2006/main">
            <a:off x="6057900" y="5905500"/>
            <a:ext cx="76200" cy="55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57" name="">
            <a:extLst xmlns:a="http://schemas.openxmlformats.org/drawingml/2006/main">
              <a:ext uri="{FF2B5EF4-FFF2-40B4-BE49-F238E27FC236}">
                <a16:creationId xmlns:a16="http://schemas.microsoft.com/office/drawing/2014/main" id="{3D8E09D7-22E7-4A32-8D3C-1856F417CF52}"/>
              </a:ext>
            </a:extLst>
          </p:cNvPr>
          <p:cNvSpPr>
            <a:spLocks xmlns:a="http://schemas.openxmlformats.org/drawingml/2006/main" noGrp="1"/>
          </p:cNvSpPr>
          <p:nvPr/>
        </p:nvSpPr>
        <p:spPr>
          <a:xfrm xmlns:a="http://schemas.openxmlformats.org/drawingml/2006/main">
            <a:off x="6267450" y="6057900"/>
            <a:ext cx="5143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새 논문이 추가되면서 '더 많이 안다'가 아니라 '무엇을 따로 질문해야 하는가'가 바뀌었다.</a:t>
            </a:r>
          </a:p>
        </p:txBody>
      </p:sp>
      <p:sp>
        <p:nvSpPr>
          <p:cNvPr id="58" name="">
            <a:extLst xmlns:a="http://schemas.openxmlformats.org/drawingml/2006/main">
              <a:ext uri="{FF2B5EF4-FFF2-40B4-BE49-F238E27FC236}">
                <a16:creationId xmlns:a16="http://schemas.microsoft.com/office/drawing/2014/main" id="{FF8AC238-82F5-495D-BB73-64DFD667CF1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subregion map 위에 benchmark branch가 새로 얹힌 순간</a:t>
            </a:r>
          </a:p>
        </p:txBody>
      </p:sp>
    </p:spTree>
    <p:extLst>
      <p:ext uri="{BB962C8B-B14F-4D97-AF65-F5344CB8AC3E}">
        <p14:creationId xmlns:p14="http://schemas.microsoft.com/office/powerpoint/2010/main" val="1216081184"/>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9b9c512b2654a94"/>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2004F92-415F-42E2-9A59-C34138418E5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A78A09A3-5E14-481A-866C-DC86D490093E}"/>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722681E2-6E28-469F-8658-5AE991DB98A6}"/>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40BBCAF9-A756-48EF-A310-EF510C7E8B6E}"/>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AF3A3600-EFEC-4169-9175-706F98B1FBD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86316A2E-F754-4B62-A7A0-5AF9C39DB54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EE3C384-1FD1-468E-8F0B-C4A5CE5A607E}"/>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FFB8FDF8-A87B-4F0B-9EA5-F22C89ED2AB3}"/>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09</a:t>
            </a:r>
          </a:p>
        </p:txBody>
      </p:sp>
      <p:sp>
        <p:nvSpPr>
          <p:cNvPr id="11" name="">
            <a:extLst xmlns:a="http://schemas.openxmlformats.org/drawingml/2006/main">
              <a:ext uri="{FF2B5EF4-FFF2-40B4-BE49-F238E27FC236}">
                <a16:creationId xmlns:a16="http://schemas.microsoft.com/office/drawing/2014/main" id="{C1704061-88DF-43F7-92EF-0F8DAC34B0FE}"/>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53853356-E0CB-4D50-ADF2-70D1698BFE46}"/>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7169F43-DA1B-463A-8AE6-7A98383869B4}"/>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최종적으로 얻은 5축 프레임워크</a:t>
            </a:r>
          </a:p>
        </p:txBody>
      </p:sp>
      <p:sp>
        <p:nvSpPr>
          <p:cNvPr id="14" name="">
            <a:extLst xmlns:a="http://schemas.openxmlformats.org/drawingml/2006/main">
              <a:ext uri="{FF2B5EF4-FFF2-40B4-BE49-F238E27FC236}">
                <a16:creationId xmlns:a16="http://schemas.microsoft.com/office/drawing/2014/main" id="{22AB0108-1875-4C15-9016-C5F95409A78E}"/>
              </a:ext>
            </a:extLst>
          </p:cNvPr>
          <p:cNvSpPr>
            <a:spLocks xmlns:a="http://schemas.openxmlformats.org/drawingml/2006/main" noGrp="1"/>
          </p:cNvSpPr>
          <p:nvPr/>
        </p:nvSpPr>
        <p:spPr>
          <a:xfrm xmlns:a="http://schemas.openxmlformats.org/drawingml/2006/main">
            <a:off x="628650" y="2038350"/>
            <a:ext cx="685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344146"/>
                </a:solidFill>
              </a:defRPr>
            </a:pPr>
            <a:r>
              <a:rPr sz="1350" b="0">
                <a:solidFill>
                  <a:srgbClr val="344146"/>
                </a:solidFill>
              </a:rPr>
              <a:t>brain organoid protocol 비교는 한 축이 아니라,</a:t>
            </a:r>
          </a:p>
          <a:p xmlns:a="http://schemas.openxmlformats.org/drawingml/2006/main">
            <a:pPr algn="l">
              <a:defRPr sz="1350" b="0">
                <a:solidFill>
                  <a:srgbClr val="344146"/>
                </a:solidFill>
              </a:defRPr>
            </a:pPr>
            <a:r>
              <a:rPr sz="1350" b="0">
                <a:solidFill>
                  <a:srgbClr val="344146"/>
                </a:solidFill>
              </a:rPr>
              <a:t>서로 다른 benchmark 축을 분리해서 봐야 했다.</a:t>
            </a:r>
          </a:p>
        </p:txBody>
      </p:sp>
      <p:sp>
        <p:nvSpPr>
          <p:cNvPr id="15" name="">
            <a:extLst xmlns:a="http://schemas.openxmlformats.org/drawingml/2006/main">
              <a:ext uri="{FF2B5EF4-FFF2-40B4-BE49-F238E27FC236}">
                <a16:creationId xmlns:a16="http://schemas.microsoft.com/office/drawing/2014/main" id="{227D716F-7A2B-4306-A780-ED1408B0C46D}"/>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6" name="">
            <a:extLst xmlns:a="http://schemas.openxmlformats.org/drawingml/2006/main">
              <a:ext uri="{FF2B5EF4-FFF2-40B4-BE49-F238E27FC236}">
                <a16:creationId xmlns:a16="http://schemas.microsoft.com/office/drawing/2014/main" id="{4EAC8082-9117-47B7-9A3A-8B4A14C39F97}"/>
              </a:ext>
            </a:extLst>
          </p:cNvPr>
          <p:cNvSpPr>
            <a:spLocks xmlns:a="http://schemas.openxmlformats.org/drawingml/2006/main" noGrp="1"/>
          </p:cNvSpPr>
          <p:nvPr/>
        </p:nvSpPr>
        <p:spPr>
          <a:xfrm xmlns:a="http://schemas.openxmlformats.org/drawingml/2006/main">
            <a:off x="685800" y="2095500"/>
            <a:ext cx="33528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14F24940-1DE4-4BBD-AD19-FBCD3F2170CB}"/>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8" name="">
            <a:extLst xmlns:a="http://schemas.openxmlformats.org/drawingml/2006/main">
              <a:ext uri="{FF2B5EF4-FFF2-40B4-BE49-F238E27FC236}">
                <a16:creationId xmlns:a16="http://schemas.microsoft.com/office/drawing/2014/main" id="{895EAF45-9293-4ED6-8364-B59FE634B2E4}"/>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9" name="">
            <a:extLst xmlns:a="http://schemas.openxmlformats.org/drawingml/2006/main">
              <a:ext uri="{FF2B5EF4-FFF2-40B4-BE49-F238E27FC236}">
                <a16:creationId xmlns:a16="http://schemas.microsoft.com/office/drawing/2014/main" id="{360A3637-190A-4A9E-9292-4455F6B7D24F}"/>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5AD19BA8-4201-4F8E-B6ED-6A0EE04EDEFC}"/>
              </a:ext>
            </a:extLst>
          </p:cNvPr>
          <p:cNvSpPr>
            <a:spLocks xmlns:a="http://schemas.openxmlformats.org/drawingml/2006/main" noGrp="1"/>
          </p:cNvSpPr>
          <p:nvPr/>
        </p:nvSpPr>
        <p:spPr>
          <a:xfrm xmlns:a="http://schemas.openxmlformats.org/drawingml/2006/main">
            <a:off x="4419600" y="2095500"/>
            <a:ext cx="33528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BC73D855-29EA-4441-A1BF-A372115A7072}"/>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2" name="">
            <a:extLst xmlns:a="http://schemas.openxmlformats.org/drawingml/2006/main">
              <a:ext uri="{FF2B5EF4-FFF2-40B4-BE49-F238E27FC236}">
                <a16:creationId xmlns:a16="http://schemas.microsoft.com/office/drawing/2014/main" id="{E562D5D7-DFA1-41BA-8585-F4C900E65F58}"/>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3" name="">
            <a:extLst xmlns:a="http://schemas.openxmlformats.org/drawingml/2006/main">
              <a:ext uri="{FF2B5EF4-FFF2-40B4-BE49-F238E27FC236}">
                <a16:creationId xmlns:a16="http://schemas.microsoft.com/office/drawing/2014/main" id="{C93308F6-1401-447B-B627-03542D9A1D17}"/>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4" name="">
            <a:extLst xmlns:a="http://schemas.openxmlformats.org/drawingml/2006/main">
              <a:ext uri="{FF2B5EF4-FFF2-40B4-BE49-F238E27FC236}">
                <a16:creationId xmlns:a16="http://schemas.microsoft.com/office/drawing/2014/main" id="{FE8F044C-6BCE-48AF-B347-04E46ECA591D}"/>
              </a:ext>
            </a:extLst>
          </p:cNvPr>
          <p:cNvSpPr>
            <a:spLocks xmlns:a="http://schemas.openxmlformats.org/drawingml/2006/main" noGrp="1"/>
          </p:cNvSpPr>
          <p:nvPr/>
        </p:nvSpPr>
        <p:spPr>
          <a:xfrm xmlns:a="http://schemas.openxmlformats.org/drawingml/2006/main">
            <a:off x="8153400" y="2095500"/>
            <a:ext cx="33528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E1AE76EE-FD51-462C-9A8D-BC374886F06B}"/>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6" name="">
            <a:extLst xmlns:a="http://schemas.openxmlformats.org/drawingml/2006/main">
              <a:ext uri="{FF2B5EF4-FFF2-40B4-BE49-F238E27FC236}">
                <a16:creationId xmlns:a16="http://schemas.microsoft.com/office/drawing/2014/main" id="{FDCCA0AB-208F-4D3E-AEC5-3303168C3181}"/>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7" name="">
            <a:extLst xmlns:a="http://schemas.openxmlformats.org/drawingml/2006/main">
              <a:ext uri="{FF2B5EF4-FFF2-40B4-BE49-F238E27FC236}">
                <a16:creationId xmlns:a16="http://schemas.microsoft.com/office/drawing/2014/main" id="{D5F1BF66-A7ED-42AE-BBF7-B207476AE41A}"/>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30BB752E-0D14-48FA-A214-589D3FE369C3}"/>
              </a:ext>
            </a:extLst>
          </p:cNvPr>
          <p:cNvSpPr>
            <a:spLocks xmlns:a="http://schemas.openxmlformats.org/drawingml/2006/main" noGrp="1"/>
          </p:cNvSpPr>
          <p:nvPr/>
        </p:nvSpPr>
        <p:spPr>
          <a:xfrm xmlns:a="http://schemas.openxmlformats.org/drawingml/2006/main">
            <a:off x="1371600" y="3790950"/>
            <a:ext cx="4400550" cy="7620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4CB3EC3B-C387-4ADA-AE00-0042E1519A4A}"/>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30" name="">
            <a:extLst xmlns:a="http://schemas.openxmlformats.org/drawingml/2006/main">
              <a:ext uri="{FF2B5EF4-FFF2-40B4-BE49-F238E27FC236}">
                <a16:creationId xmlns:a16="http://schemas.microsoft.com/office/drawing/2014/main" id="{D767F4AB-D2B6-4D89-8330-02E7CF15C8A2}"/>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1" name="">
            <a:extLst xmlns:a="http://schemas.openxmlformats.org/drawingml/2006/main">
              <a:ext uri="{FF2B5EF4-FFF2-40B4-BE49-F238E27FC236}">
                <a16:creationId xmlns:a16="http://schemas.microsoft.com/office/drawing/2014/main" id="{5642FF5A-170A-457D-8D78-A75451615C68}"/>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2" name="">
            <a:extLst xmlns:a="http://schemas.openxmlformats.org/drawingml/2006/main">
              <a:ext uri="{FF2B5EF4-FFF2-40B4-BE49-F238E27FC236}">
                <a16:creationId xmlns:a16="http://schemas.microsoft.com/office/drawing/2014/main" id="{289ECE6A-40BF-4D5E-9B49-4203BBDAF30F}"/>
              </a:ext>
            </a:extLst>
          </p:cNvPr>
          <p:cNvSpPr>
            <a:spLocks xmlns:a="http://schemas.openxmlformats.org/drawingml/2006/main" noGrp="1"/>
          </p:cNvSpPr>
          <p:nvPr/>
        </p:nvSpPr>
        <p:spPr>
          <a:xfrm xmlns:a="http://schemas.openxmlformats.org/drawingml/2006/main">
            <a:off x="6438900" y="3790950"/>
            <a:ext cx="4400550" cy="762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2717C923-77C2-437A-8DB8-5629231D010A}"/>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4" name="">
            <a:extLst xmlns:a="http://schemas.openxmlformats.org/drawingml/2006/main">
              <a:ext uri="{FF2B5EF4-FFF2-40B4-BE49-F238E27FC236}">
                <a16:creationId xmlns:a16="http://schemas.microsoft.com/office/drawing/2014/main" id="{BFEEE087-ACC2-4DCE-A98A-FE5697CD50F3}"/>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5" name="">
            <a:extLst xmlns:a="http://schemas.openxmlformats.org/drawingml/2006/main">
              <a:ext uri="{FF2B5EF4-FFF2-40B4-BE49-F238E27FC236}">
                <a16:creationId xmlns:a16="http://schemas.microsoft.com/office/drawing/2014/main" id="{EBE9D69B-D0EB-4D07-8919-3CE8EC0F0E2B}"/>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6" name="">
            <a:extLst xmlns:a="http://schemas.openxmlformats.org/drawingml/2006/main">
              <a:ext uri="{FF2B5EF4-FFF2-40B4-BE49-F238E27FC236}">
                <a16:creationId xmlns:a16="http://schemas.microsoft.com/office/drawing/2014/main" id="{CD24E894-C10C-457A-9801-CE39D58948D5}"/>
              </a:ext>
            </a:extLst>
          </p:cNvPr>
          <p:cNvSpPr>
            <a:spLocks xmlns:a="http://schemas.openxmlformats.org/drawingml/2006/main" noGrp="1"/>
          </p:cNvSpPr>
          <p:nvPr/>
        </p:nvSpPr>
        <p:spPr>
          <a:xfrm xmlns:a="http://schemas.openxmlformats.org/drawingml/2006/main">
            <a:off x="2038350" y="5581650"/>
            <a:ext cx="76200" cy="6096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2C3D55BF-8A16-4E5C-98D0-142C1D302747}"/>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8" name="">
            <a:extLst xmlns:a="http://schemas.openxmlformats.org/drawingml/2006/main">
              <a:ext uri="{FF2B5EF4-FFF2-40B4-BE49-F238E27FC236}">
                <a16:creationId xmlns:a16="http://schemas.microsoft.com/office/drawing/2014/main" id="{8B04D470-EB53-4F1A-A6CE-D980852B12D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11053188"/>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1d94238d567431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9720960-2A78-479D-9FA0-00E2B250F2EE}"/>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5D63994D-F9A1-419A-A3BB-CFE1A09D22F1}"/>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50C167D4-C762-4BDF-9CF9-80AD90FBA203}"/>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A32B9C37-7E4E-4592-8EB0-7B8DE10E3BC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66ADA70E-ADA9-46CC-96DF-8753EB28D261}"/>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C46D0E1-A9D1-401A-AEA5-D75908A0B48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F06E7B0D-DEC7-45D6-90EE-E33790BCD7D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991F76B4-2175-44D0-8970-B1D071E4B62D}"/>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09</a:t>
            </a:r>
          </a:p>
        </p:txBody>
      </p:sp>
      <p:sp>
        <p:nvSpPr>
          <p:cNvPr id="11" name="">
            <a:extLst xmlns:a="http://schemas.openxmlformats.org/drawingml/2006/main">
              <a:ext uri="{FF2B5EF4-FFF2-40B4-BE49-F238E27FC236}">
                <a16:creationId xmlns:a16="http://schemas.microsoft.com/office/drawing/2014/main" id="{E43D5C60-C27C-49FE-99ED-D4C36FF16B24}"/>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CB24C106-4F9C-4FD2-8AE9-53F3E0A59EFC}"/>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E639C652-699E-4FDA-B565-5CFC6E48718B}"/>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다음 단계: 결국 무엇을</a:t>
            </a:r>
          </a:p>
          <a:p xmlns:a="http://schemas.openxmlformats.org/drawingml/2006/main">
            <a:pPr algn="l">
              <a:defRPr sz="2850" b="1">
                <a:solidFill>
                  <a:srgbClr val="132024"/>
                </a:solidFill>
              </a:defRPr>
            </a:pPr>
            <a:r>
              <a:rPr sz="2850" b="1">
                <a:solidFill>
                  <a:srgbClr val="132024"/>
                </a:solidFill>
              </a:rPr>
              <a:t>먼저 믿고 싶은가</a:t>
            </a:r>
          </a:p>
        </p:txBody>
      </p:sp>
      <p:sp>
        <p:nvSpPr>
          <p:cNvPr id="14" name="">
            <a:extLst xmlns:a="http://schemas.openxmlformats.org/drawingml/2006/main">
              <a:ext uri="{FF2B5EF4-FFF2-40B4-BE49-F238E27FC236}">
                <a16:creationId xmlns:a16="http://schemas.microsoft.com/office/drawing/2014/main" id="{C8B01CA2-8103-42B9-B0B3-B6B200DA9757}"/>
              </a:ext>
            </a:extLst>
          </p:cNvPr>
          <p:cNvSpPr>
            <a:spLocks xmlns:a="http://schemas.openxmlformats.org/drawingml/2006/main" noGrp="1"/>
          </p:cNvSpPr>
          <p:nvPr/>
        </p:nvSpPr>
        <p:spPr>
          <a:xfrm xmlns:a="http://schemas.openxmlformats.org/drawingml/2006/main">
            <a:off x="628650" y="2038350"/>
            <a:ext cx="685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344146"/>
                </a:solidFill>
              </a:defRPr>
            </a:pPr>
            <a:r>
              <a:rPr sz="1350" b="0">
                <a:solidFill>
                  <a:srgbClr val="344146"/>
                </a:solidFill>
              </a:rPr>
              <a:t>최종적으로 protocol choice는 region보다도</a:t>
            </a:r>
          </a:p>
          <a:p xmlns:a="http://schemas.openxmlformats.org/drawingml/2006/main">
            <a:pPr algn="l">
              <a:defRPr sz="1350" b="0">
                <a:solidFill>
                  <a:srgbClr val="344146"/>
                </a:solidFill>
              </a:defRPr>
            </a:pPr>
            <a:r>
              <a:rPr sz="1350" b="0">
                <a:solidFill>
                  <a:srgbClr val="344146"/>
                </a:solidFill>
              </a:rPr>
              <a:t>readout을 먼저 적는 문제에 가까워졌다.</a:t>
            </a:r>
          </a:p>
        </p:txBody>
      </p:sp>
      <p:sp>
        <p:nvSpPr>
          <p:cNvPr id="15" name="">
            <a:extLst xmlns:a="http://schemas.openxmlformats.org/drawingml/2006/main">
              <a:ext uri="{FF2B5EF4-FFF2-40B4-BE49-F238E27FC236}">
                <a16:creationId xmlns:a16="http://schemas.microsoft.com/office/drawing/2014/main" id="{AD261962-2827-44A3-8EA7-BC52B2A180A4}"/>
              </a:ext>
            </a:extLst>
          </p:cNvPr>
          <p:cNvSpPr>
            <a:spLocks xmlns:a="http://schemas.openxmlformats.org/drawingml/2006/main" noGrp="1"/>
          </p:cNvSpPr>
          <p:nvPr/>
        </p:nvSpPr>
        <p:spPr>
          <a:xfrm xmlns:a="http://schemas.openxmlformats.org/drawingml/2006/main">
            <a:off x="628650" y="2076450"/>
            <a:ext cx="2857500" cy="3562350"/>
          </a:xfrm>
          <a:prstGeom xmlns:a="http://schemas.openxmlformats.org/drawingml/2006/main" prst="roundRect">
            <a:avLst>
              <a:gd name="adj" fmla="val 2667"/>
            </a:avLst>
          </a:prstGeom>
          <a:solidFill xmlns:a="http://schemas.openxmlformats.org/drawingml/2006/main">
            <a:srgbClr val="DDF4E8"/>
          </a:solidFill>
          <a:ln xmlns:a="http://schemas.openxmlformats.org/drawingml/2006/main" w="11430">
            <a:solidFill>
              <a:srgbClr val="132024"/>
            </a:solidFill>
            <a:prstDash val="solid"/>
          </a:ln>
        </p:spPr>
      </p:sp>
      <p:sp>
        <p:nvSpPr>
          <p:cNvPr id="16" name="">
            <a:extLst xmlns:a="http://schemas.openxmlformats.org/drawingml/2006/main">
              <a:ext uri="{FF2B5EF4-FFF2-40B4-BE49-F238E27FC236}">
                <a16:creationId xmlns:a16="http://schemas.microsoft.com/office/drawing/2014/main" id="{6168B9B7-C41C-47EE-ABCF-F1076B47A656}"/>
              </a:ext>
            </a:extLst>
          </p:cNvPr>
          <p:cNvSpPr>
            <a:spLocks xmlns:a="http://schemas.openxmlformats.org/drawingml/2006/main" noGrp="1"/>
          </p:cNvSpPr>
          <p:nvPr/>
        </p:nvSpPr>
        <p:spPr>
          <a:xfrm xmlns:a="http://schemas.openxmlformats.org/drawingml/2006/main">
            <a:off x="628650" y="2076450"/>
            <a:ext cx="28575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0E2C53C4-C32D-4743-9DFD-7C1A3A804FD9}"/>
              </a:ext>
            </a:extLst>
          </p:cNvPr>
          <p:cNvSpPr>
            <a:spLocks xmlns:a="http://schemas.openxmlformats.org/drawingml/2006/main" noGrp="1"/>
          </p:cNvSpPr>
          <p:nvPr/>
        </p:nvSpPr>
        <p:spPr>
          <a:xfrm xmlns:a="http://schemas.openxmlformats.org/drawingml/2006/main">
            <a:off x="838200" y="2266950"/>
            <a:ext cx="2438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readout-first rule</a:t>
            </a:r>
          </a:p>
        </p:txBody>
      </p:sp>
      <p:sp>
        <p:nvSpPr>
          <p:cNvPr id="18" name="">
            <a:extLst xmlns:a="http://schemas.openxmlformats.org/drawingml/2006/main">
              <a:ext uri="{FF2B5EF4-FFF2-40B4-BE49-F238E27FC236}">
                <a16:creationId xmlns:a16="http://schemas.microsoft.com/office/drawing/2014/main" id="{69AEDFF0-73CF-433F-9D66-B60D5EF17ECA}"/>
              </a:ext>
            </a:extLst>
          </p:cNvPr>
          <p:cNvSpPr>
            <a:spLocks xmlns:a="http://schemas.openxmlformats.org/drawingml/2006/main" noGrp="1"/>
          </p:cNvSpPr>
          <p:nvPr/>
        </p:nvSpPr>
        <p:spPr>
          <a:xfrm xmlns:a="http://schemas.openxmlformats.org/drawingml/2006/main">
            <a:off x="838200" y="2686050"/>
            <a:ext cx="2438400" cy="2781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 먼저 가장 중요한 readout을</a:t>
            </a:r>
          </a:p>
          <a:p xmlns:a="http://schemas.openxmlformats.org/drawingml/2006/main">
            <a:pPr algn="l">
              <a:defRPr sz="1200" b="0">
                <a:solidFill>
                  <a:srgbClr val="132024"/>
                </a:solidFill>
              </a:defRPr>
            </a:pPr>
            <a:r>
              <a:rPr sz="1200" b="0">
                <a:solidFill>
                  <a:srgbClr val="132024"/>
                </a:solidFill>
              </a:rPr>
              <a:t>적는다. 2. 그 readout을 가장</a:t>
            </a:r>
          </a:p>
          <a:p xmlns:a="http://schemas.openxmlformats.org/drawingml/2006/main">
            <a:pPr algn="l">
              <a:defRPr sz="1200" b="0">
                <a:solidFill>
                  <a:srgbClr val="132024"/>
                </a:solidFill>
              </a:defRPr>
            </a:pPr>
            <a:r>
              <a:rPr sz="1200" b="0">
                <a:solidFill>
                  <a:srgbClr val="132024"/>
                </a:solidFill>
              </a:rPr>
              <a:t>직접적으로 최적화한 branch를 고른다.</a:t>
            </a:r>
          </a:p>
          <a:p xmlns:a="http://schemas.openxmlformats.org/drawingml/2006/main">
            <a:pPr algn="l">
              <a:defRPr sz="1200" b="0">
                <a:solidFill>
                  <a:srgbClr val="132024"/>
                </a:solidFill>
              </a:defRPr>
            </a:pPr>
            <a:r>
              <a:rPr sz="1200" b="0">
                <a:solidFill>
                  <a:srgbClr val="132024"/>
                </a:solidFill>
              </a:rPr>
              <a:t>3. region, benchmark,</a:t>
            </a:r>
          </a:p>
          <a:p xmlns:a="http://schemas.openxmlformats.org/drawingml/2006/main">
            <a:pPr algn="l">
              <a:defRPr sz="1200" b="0">
                <a:solidFill>
                  <a:srgbClr val="132024"/>
                </a:solidFill>
              </a:defRPr>
            </a:pPr>
            <a:r>
              <a:rPr sz="1200" b="0">
                <a:solidFill>
                  <a:srgbClr val="132024"/>
                </a:solidFill>
              </a:rPr>
              <a:t>host validation은 그다음 순서로</a:t>
            </a:r>
          </a:p>
          <a:p xmlns:a="http://schemas.openxmlformats.org/drawingml/2006/main">
            <a:pPr algn="l">
              <a:defRPr sz="1200" b="0">
                <a:solidFill>
                  <a:srgbClr val="132024"/>
                </a:solidFill>
              </a:defRPr>
            </a:pPr>
            <a:r>
              <a:rPr sz="1200" b="0">
                <a:solidFill>
                  <a:srgbClr val="132024"/>
                </a:solidFill>
              </a:rPr>
              <a:t>붙인다.</a:t>
            </a:r>
          </a:p>
        </p:txBody>
      </p:sp>
      <p:sp>
        <p:nvSpPr>
          <p:cNvPr id="19" name="">
            <a:extLst xmlns:a="http://schemas.openxmlformats.org/drawingml/2006/main">
              <a:ext uri="{FF2B5EF4-FFF2-40B4-BE49-F238E27FC236}">
                <a16:creationId xmlns:a16="http://schemas.microsoft.com/office/drawing/2014/main" id="{5A99BBB1-790C-4F96-B6CE-7AE010BE6D04}"/>
              </a:ext>
            </a:extLst>
          </p:cNvPr>
          <p:cNvSpPr>
            <a:spLocks xmlns:a="http://schemas.openxmlformats.org/drawingml/2006/main" noGrp="1"/>
          </p:cNvSpPr>
          <p:nvPr/>
        </p:nvSpPr>
        <p:spPr>
          <a:xfrm xmlns:a="http://schemas.openxmlformats.org/drawingml/2006/main">
            <a:off x="38481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0" name="">
            <a:extLst xmlns:a="http://schemas.openxmlformats.org/drawingml/2006/main">
              <a:ext uri="{FF2B5EF4-FFF2-40B4-BE49-F238E27FC236}">
                <a16:creationId xmlns:a16="http://schemas.microsoft.com/office/drawing/2014/main" id="{431CE4B1-1762-4FB1-8A32-5237EA6B1DF3}"/>
              </a:ext>
            </a:extLst>
          </p:cNvPr>
          <p:cNvSpPr>
            <a:spLocks xmlns:a="http://schemas.openxmlformats.org/drawingml/2006/main" noGrp="1"/>
          </p:cNvSpPr>
          <p:nvPr/>
        </p:nvSpPr>
        <p:spPr>
          <a:xfrm xmlns:a="http://schemas.openxmlformats.org/drawingml/2006/main">
            <a:off x="3848100" y="2114550"/>
            <a:ext cx="66675" cy="12573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2ED01223-6C83-4530-BCE7-17C7D4670204}"/>
              </a:ext>
            </a:extLst>
          </p:cNvPr>
          <p:cNvSpPr>
            <a:spLocks xmlns:a="http://schemas.openxmlformats.org/drawingml/2006/main" noGrp="1"/>
          </p:cNvSpPr>
          <p:nvPr/>
        </p:nvSpPr>
        <p:spPr>
          <a:xfrm xmlns:a="http://schemas.openxmlformats.org/drawingml/2006/main">
            <a:off x="40195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2" name="">
            <a:extLst xmlns:a="http://schemas.openxmlformats.org/drawingml/2006/main">
              <a:ext uri="{FF2B5EF4-FFF2-40B4-BE49-F238E27FC236}">
                <a16:creationId xmlns:a16="http://schemas.microsoft.com/office/drawing/2014/main" id="{05F5DD9C-479E-40E7-B53D-1A2FF9706AB0}"/>
              </a:ext>
            </a:extLst>
          </p:cNvPr>
          <p:cNvSpPr>
            <a:spLocks xmlns:a="http://schemas.openxmlformats.org/drawingml/2006/main" noGrp="1"/>
          </p:cNvSpPr>
          <p:nvPr/>
        </p:nvSpPr>
        <p:spPr>
          <a:xfrm xmlns:a="http://schemas.openxmlformats.org/drawingml/2006/main">
            <a:off x="40195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composition</a:t>
            </a:r>
          </a:p>
        </p:txBody>
      </p:sp>
      <p:sp>
        <p:nvSpPr>
          <p:cNvPr id="23" name="">
            <a:extLst xmlns:a="http://schemas.openxmlformats.org/drawingml/2006/main">
              <a:ext uri="{FF2B5EF4-FFF2-40B4-BE49-F238E27FC236}">
                <a16:creationId xmlns:a16="http://schemas.microsoft.com/office/drawing/2014/main" id="{AF89609F-A079-48C2-8AE0-197AC0CA3AD1}"/>
              </a:ext>
            </a:extLst>
          </p:cNvPr>
          <p:cNvSpPr>
            <a:spLocks xmlns:a="http://schemas.openxmlformats.org/drawingml/2006/main" noGrp="1"/>
          </p:cNvSpPr>
          <p:nvPr/>
        </p:nvSpPr>
        <p:spPr>
          <a:xfrm xmlns:a="http://schemas.openxmlformats.org/drawingml/2006/main">
            <a:off x="40195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stability</a:t>
            </a:r>
          </a:p>
          <a:p xmlns:a="http://schemas.openxmlformats.org/drawingml/2006/main">
            <a:pPr algn="l">
              <a:defRPr sz="825" b="0">
                <a:solidFill>
                  <a:srgbClr val="344146"/>
                </a:solidFill>
              </a:defRPr>
            </a:pPr>
            <a:r>
              <a:rPr sz="825" b="0">
                <a:solidFill>
                  <a:srgbClr val="344146"/>
                </a:solidFill>
              </a:rPr>
              <a:t>Velasco / Yoon</a:t>
            </a:r>
          </a:p>
        </p:txBody>
      </p:sp>
      <p:sp>
        <p:nvSpPr>
          <p:cNvPr id="24" name="">
            <a:extLst xmlns:a="http://schemas.openxmlformats.org/drawingml/2006/main">
              <a:ext uri="{FF2B5EF4-FFF2-40B4-BE49-F238E27FC236}">
                <a16:creationId xmlns:a16="http://schemas.microsoft.com/office/drawing/2014/main" id="{3BA3F1EA-74F6-409F-9251-85D46A6567FD}"/>
              </a:ext>
            </a:extLst>
          </p:cNvPr>
          <p:cNvSpPr>
            <a:spLocks xmlns:a="http://schemas.openxmlformats.org/drawingml/2006/main" noGrp="1"/>
          </p:cNvSpPr>
          <p:nvPr/>
        </p:nvSpPr>
        <p:spPr>
          <a:xfrm xmlns:a="http://schemas.openxmlformats.org/drawingml/2006/main">
            <a:off x="657225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5" name="">
            <a:extLst xmlns:a="http://schemas.openxmlformats.org/drawingml/2006/main">
              <a:ext uri="{FF2B5EF4-FFF2-40B4-BE49-F238E27FC236}">
                <a16:creationId xmlns:a16="http://schemas.microsoft.com/office/drawing/2014/main" id="{E5D5F817-D073-414B-8E5B-7E67552FD69B}"/>
              </a:ext>
            </a:extLst>
          </p:cNvPr>
          <p:cNvSpPr>
            <a:spLocks xmlns:a="http://schemas.openxmlformats.org/drawingml/2006/main" noGrp="1"/>
          </p:cNvSpPr>
          <p:nvPr/>
        </p:nvSpPr>
        <p:spPr>
          <a:xfrm xmlns:a="http://schemas.openxmlformats.org/drawingml/2006/main">
            <a:off x="6572250" y="2114550"/>
            <a:ext cx="66675" cy="12573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DD16A616-41F5-413F-9792-2C044E938A15}"/>
              </a:ext>
            </a:extLst>
          </p:cNvPr>
          <p:cNvSpPr>
            <a:spLocks xmlns:a="http://schemas.openxmlformats.org/drawingml/2006/main" noGrp="1"/>
          </p:cNvSpPr>
          <p:nvPr/>
        </p:nvSpPr>
        <p:spPr>
          <a:xfrm xmlns:a="http://schemas.openxmlformats.org/drawingml/2006/main">
            <a:off x="674370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7" name="">
            <a:extLst xmlns:a="http://schemas.openxmlformats.org/drawingml/2006/main">
              <a:ext uri="{FF2B5EF4-FFF2-40B4-BE49-F238E27FC236}">
                <a16:creationId xmlns:a16="http://schemas.microsoft.com/office/drawing/2014/main" id="{E07FF338-078C-40CE-ABD5-A539BCD99214}"/>
              </a:ext>
            </a:extLst>
          </p:cNvPr>
          <p:cNvSpPr>
            <a:spLocks xmlns:a="http://schemas.openxmlformats.org/drawingml/2006/main" noGrp="1"/>
          </p:cNvSpPr>
          <p:nvPr/>
        </p:nvSpPr>
        <p:spPr>
          <a:xfrm xmlns:a="http://schemas.openxmlformats.org/drawingml/2006/main">
            <a:off x="674370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fidelity</a:t>
            </a:r>
          </a:p>
        </p:txBody>
      </p:sp>
      <p:sp>
        <p:nvSpPr>
          <p:cNvPr id="28" name="">
            <a:extLst xmlns:a="http://schemas.openxmlformats.org/drawingml/2006/main">
              <a:ext uri="{FF2B5EF4-FFF2-40B4-BE49-F238E27FC236}">
                <a16:creationId xmlns:a16="http://schemas.microsoft.com/office/drawing/2014/main" id="{18AFA3E1-9FF1-4DC6-B8EA-65C93B2004DD}"/>
              </a:ext>
            </a:extLst>
          </p:cNvPr>
          <p:cNvSpPr>
            <a:spLocks xmlns:a="http://schemas.openxmlformats.org/drawingml/2006/main" noGrp="1"/>
          </p:cNvSpPr>
          <p:nvPr/>
        </p:nvSpPr>
        <p:spPr>
          <a:xfrm xmlns:a="http://schemas.openxmlformats.org/drawingml/2006/main">
            <a:off x="674370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primary-like</a:t>
            </a:r>
          </a:p>
          <a:p xmlns:a="http://schemas.openxmlformats.org/drawingml/2006/main">
            <a:pPr algn="l">
              <a:defRPr sz="825" b="0">
                <a:solidFill>
                  <a:srgbClr val="344146"/>
                </a:solidFill>
              </a:defRPr>
            </a:pPr>
            <a:r>
              <a:rPr sz="825" b="0">
                <a:solidFill>
                  <a:srgbClr val="344146"/>
                </a:solidFill>
              </a:rPr>
              <a:t>Bhaduri / He</a:t>
            </a:r>
          </a:p>
        </p:txBody>
      </p:sp>
      <p:sp>
        <p:nvSpPr>
          <p:cNvPr id="29" name="">
            <a:extLst xmlns:a="http://schemas.openxmlformats.org/drawingml/2006/main">
              <a:ext uri="{FF2B5EF4-FFF2-40B4-BE49-F238E27FC236}">
                <a16:creationId xmlns:a16="http://schemas.microsoft.com/office/drawing/2014/main" id="{26E11332-5054-4D32-887B-6FC761D57C7B}"/>
              </a:ext>
            </a:extLst>
          </p:cNvPr>
          <p:cNvSpPr>
            <a:spLocks xmlns:a="http://schemas.openxmlformats.org/drawingml/2006/main" noGrp="1"/>
          </p:cNvSpPr>
          <p:nvPr/>
        </p:nvSpPr>
        <p:spPr>
          <a:xfrm xmlns:a="http://schemas.openxmlformats.org/drawingml/2006/main">
            <a:off x="92964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0" name="">
            <a:extLst xmlns:a="http://schemas.openxmlformats.org/drawingml/2006/main">
              <a:ext uri="{FF2B5EF4-FFF2-40B4-BE49-F238E27FC236}">
                <a16:creationId xmlns:a16="http://schemas.microsoft.com/office/drawing/2014/main" id="{0B96253D-6348-433A-85BF-7F738BF5446B}"/>
              </a:ext>
            </a:extLst>
          </p:cNvPr>
          <p:cNvSpPr>
            <a:spLocks xmlns:a="http://schemas.openxmlformats.org/drawingml/2006/main" noGrp="1"/>
          </p:cNvSpPr>
          <p:nvPr/>
        </p:nvSpPr>
        <p:spPr>
          <a:xfrm xmlns:a="http://schemas.openxmlformats.org/drawingml/2006/main">
            <a:off x="9296400" y="2114550"/>
            <a:ext cx="66675" cy="125730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D3714007-0246-417A-B379-AA920413AC45}"/>
              </a:ext>
            </a:extLst>
          </p:cNvPr>
          <p:cNvSpPr>
            <a:spLocks xmlns:a="http://schemas.openxmlformats.org/drawingml/2006/main" noGrp="1"/>
          </p:cNvSpPr>
          <p:nvPr/>
        </p:nvSpPr>
        <p:spPr>
          <a:xfrm xmlns:a="http://schemas.openxmlformats.org/drawingml/2006/main">
            <a:off x="94678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2" name="">
            <a:extLst xmlns:a="http://schemas.openxmlformats.org/drawingml/2006/main">
              <a:ext uri="{FF2B5EF4-FFF2-40B4-BE49-F238E27FC236}">
                <a16:creationId xmlns:a16="http://schemas.microsoft.com/office/drawing/2014/main" id="{DFD14F57-4DBE-40A0-BF7C-610A62F752F8}"/>
              </a:ext>
            </a:extLst>
          </p:cNvPr>
          <p:cNvSpPr>
            <a:spLocks xmlns:a="http://schemas.openxmlformats.org/drawingml/2006/main" noGrp="1"/>
          </p:cNvSpPr>
          <p:nvPr/>
        </p:nvSpPr>
        <p:spPr>
          <a:xfrm xmlns:a="http://schemas.openxmlformats.org/drawingml/2006/main">
            <a:off x="94678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timing</a:t>
            </a:r>
          </a:p>
        </p:txBody>
      </p:sp>
      <p:sp>
        <p:nvSpPr>
          <p:cNvPr id="33" name="">
            <a:extLst xmlns:a="http://schemas.openxmlformats.org/drawingml/2006/main">
              <a:ext uri="{FF2B5EF4-FFF2-40B4-BE49-F238E27FC236}">
                <a16:creationId xmlns:a16="http://schemas.microsoft.com/office/drawing/2014/main" id="{526CECDC-3FBB-4162-A59B-DA67EA641C67}"/>
              </a:ext>
            </a:extLst>
          </p:cNvPr>
          <p:cNvSpPr>
            <a:spLocks xmlns:a="http://schemas.openxmlformats.org/drawingml/2006/main" noGrp="1"/>
          </p:cNvSpPr>
          <p:nvPr/>
        </p:nvSpPr>
        <p:spPr>
          <a:xfrm xmlns:a="http://schemas.openxmlformats.org/drawingml/2006/main">
            <a:off x="94678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maturation map</a:t>
            </a:r>
          </a:p>
          <a:p xmlns:a="http://schemas.openxmlformats.org/drawingml/2006/main">
            <a:pPr algn="l">
              <a:defRPr sz="825" b="0">
                <a:solidFill>
                  <a:srgbClr val="344146"/>
                </a:solidFill>
              </a:defRPr>
            </a:pPr>
            <a:r>
              <a:rPr sz="825" b="0">
                <a:solidFill>
                  <a:srgbClr val="344146"/>
                </a:solidFill>
              </a:rPr>
              <a:t>Kanton / Giandomenico</a:t>
            </a:r>
          </a:p>
        </p:txBody>
      </p:sp>
      <p:sp>
        <p:nvSpPr>
          <p:cNvPr id="34" name="">
            <a:extLst xmlns:a="http://schemas.openxmlformats.org/drawingml/2006/main">
              <a:ext uri="{FF2B5EF4-FFF2-40B4-BE49-F238E27FC236}">
                <a16:creationId xmlns:a16="http://schemas.microsoft.com/office/drawing/2014/main" id="{5B2D05CF-607C-4639-AFDD-08D6573526E9}"/>
              </a:ext>
            </a:extLst>
          </p:cNvPr>
          <p:cNvSpPr>
            <a:spLocks xmlns:a="http://schemas.openxmlformats.org/drawingml/2006/main" noGrp="1"/>
          </p:cNvSpPr>
          <p:nvPr/>
        </p:nvSpPr>
        <p:spPr>
          <a:xfrm xmlns:a="http://schemas.openxmlformats.org/drawingml/2006/main">
            <a:off x="38481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5" name="">
            <a:extLst xmlns:a="http://schemas.openxmlformats.org/drawingml/2006/main">
              <a:ext uri="{FF2B5EF4-FFF2-40B4-BE49-F238E27FC236}">
                <a16:creationId xmlns:a16="http://schemas.microsoft.com/office/drawing/2014/main" id="{17787113-2920-4868-AA34-892B8D8505B2}"/>
              </a:ext>
            </a:extLst>
          </p:cNvPr>
          <p:cNvSpPr>
            <a:spLocks xmlns:a="http://schemas.openxmlformats.org/drawingml/2006/main" noGrp="1"/>
          </p:cNvSpPr>
          <p:nvPr/>
        </p:nvSpPr>
        <p:spPr>
          <a:xfrm xmlns:a="http://schemas.openxmlformats.org/drawingml/2006/main">
            <a:off x="3848100" y="3924300"/>
            <a:ext cx="66675" cy="1257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CE5CEF66-5B51-4911-8583-3E59BBB04C8B}"/>
              </a:ext>
            </a:extLst>
          </p:cNvPr>
          <p:cNvSpPr>
            <a:spLocks xmlns:a="http://schemas.openxmlformats.org/drawingml/2006/main" noGrp="1"/>
          </p:cNvSpPr>
          <p:nvPr/>
        </p:nvSpPr>
        <p:spPr>
          <a:xfrm xmlns:a="http://schemas.openxmlformats.org/drawingml/2006/main">
            <a:off x="4019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7" name="">
            <a:extLst xmlns:a="http://schemas.openxmlformats.org/drawingml/2006/main">
              <a:ext uri="{FF2B5EF4-FFF2-40B4-BE49-F238E27FC236}">
                <a16:creationId xmlns:a16="http://schemas.microsoft.com/office/drawing/2014/main" id="{900EA193-465B-46EB-92C7-2469FBA47EFE}"/>
              </a:ext>
            </a:extLst>
          </p:cNvPr>
          <p:cNvSpPr>
            <a:spLocks xmlns:a="http://schemas.openxmlformats.org/drawingml/2006/main" noGrp="1"/>
          </p:cNvSpPr>
          <p:nvPr/>
        </p:nvSpPr>
        <p:spPr>
          <a:xfrm xmlns:a="http://schemas.openxmlformats.org/drawingml/2006/main">
            <a:off x="40195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MEA</a:t>
            </a:r>
          </a:p>
        </p:txBody>
      </p:sp>
      <p:sp>
        <p:nvSpPr>
          <p:cNvPr id="38" name="">
            <a:extLst xmlns:a="http://schemas.openxmlformats.org/drawingml/2006/main">
              <a:ext uri="{FF2B5EF4-FFF2-40B4-BE49-F238E27FC236}">
                <a16:creationId xmlns:a16="http://schemas.microsoft.com/office/drawing/2014/main" id="{C63380AD-F2FA-40F9-B6FA-0E968B9EA674}"/>
              </a:ext>
            </a:extLst>
          </p:cNvPr>
          <p:cNvSpPr>
            <a:spLocks xmlns:a="http://schemas.openxmlformats.org/drawingml/2006/main" noGrp="1"/>
          </p:cNvSpPr>
          <p:nvPr/>
        </p:nvSpPr>
        <p:spPr>
          <a:xfrm xmlns:a="http://schemas.openxmlformats.org/drawingml/2006/main">
            <a:off x="40195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oscillation</a:t>
            </a:r>
          </a:p>
          <a:p xmlns:a="http://schemas.openxmlformats.org/drawingml/2006/main">
            <a:pPr algn="l">
              <a:defRPr sz="825" b="0">
                <a:solidFill>
                  <a:srgbClr val="344146"/>
                </a:solidFill>
              </a:defRPr>
            </a:pPr>
            <a:r>
              <a:rPr sz="825" b="0">
                <a:solidFill>
                  <a:srgbClr val="344146"/>
                </a:solidFill>
              </a:rPr>
              <a:t>Fitzgerald</a:t>
            </a:r>
          </a:p>
        </p:txBody>
      </p:sp>
      <p:sp>
        <p:nvSpPr>
          <p:cNvPr id="39" name="">
            <a:extLst xmlns:a="http://schemas.openxmlformats.org/drawingml/2006/main">
              <a:ext uri="{FF2B5EF4-FFF2-40B4-BE49-F238E27FC236}">
                <a16:creationId xmlns:a16="http://schemas.microsoft.com/office/drawing/2014/main" id="{2B984177-D2C3-433C-A7BC-E4B7EF97AA5F}"/>
              </a:ext>
            </a:extLst>
          </p:cNvPr>
          <p:cNvSpPr>
            <a:spLocks xmlns:a="http://schemas.openxmlformats.org/drawingml/2006/main" noGrp="1"/>
          </p:cNvSpPr>
          <p:nvPr/>
        </p:nvSpPr>
        <p:spPr>
          <a:xfrm xmlns:a="http://schemas.openxmlformats.org/drawingml/2006/main">
            <a:off x="657225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40" name="">
            <a:extLst xmlns:a="http://schemas.openxmlformats.org/drawingml/2006/main">
              <a:ext uri="{FF2B5EF4-FFF2-40B4-BE49-F238E27FC236}">
                <a16:creationId xmlns:a16="http://schemas.microsoft.com/office/drawing/2014/main" id="{751228FA-CBF8-4E25-8A0F-CE56BC0A4567}"/>
              </a:ext>
            </a:extLst>
          </p:cNvPr>
          <p:cNvSpPr>
            <a:spLocks xmlns:a="http://schemas.openxmlformats.org/drawingml/2006/main" noGrp="1"/>
          </p:cNvSpPr>
          <p:nvPr/>
        </p:nvSpPr>
        <p:spPr>
          <a:xfrm xmlns:a="http://schemas.openxmlformats.org/drawingml/2006/main">
            <a:off x="6572250" y="3924300"/>
            <a:ext cx="66675" cy="12573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35DA8D9F-BE73-48DB-94A6-CF62A1137EE9}"/>
              </a:ext>
            </a:extLst>
          </p:cNvPr>
          <p:cNvSpPr>
            <a:spLocks xmlns:a="http://schemas.openxmlformats.org/drawingml/2006/main" noGrp="1"/>
          </p:cNvSpPr>
          <p:nvPr/>
        </p:nvSpPr>
        <p:spPr>
          <a:xfrm xmlns:a="http://schemas.openxmlformats.org/drawingml/2006/main">
            <a:off x="674370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2" name="">
            <a:extLst xmlns:a="http://schemas.openxmlformats.org/drawingml/2006/main">
              <a:ext uri="{FF2B5EF4-FFF2-40B4-BE49-F238E27FC236}">
                <a16:creationId xmlns:a16="http://schemas.microsoft.com/office/drawing/2014/main" id="{FB46B743-8CA0-49FB-861E-88ED2A474921}"/>
              </a:ext>
            </a:extLst>
          </p:cNvPr>
          <p:cNvSpPr>
            <a:spLocks xmlns:a="http://schemas.openxmlformats.org/drawingml/2006/main" noGrp="1"/>
          </p:cNvSpPr>
          <p:nvPr/>
        </p:nvSpPr>
        <p:spPr>
          <a:xfrm xmlns:a="http://schemas.openxmlformats.org/drawingml/2006/main">
            <a:off x="674370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host circuit</a:t>
            </a:r>
          </a:p>
        </p:txBody>
      </p:sp>
      <p:sp>
        <p:nvSpPr>
          <p:cNvPr id="43" name="">
            <a:extLst xmlns:a="http://schemas.openxmlformats.org/drawingml/2006/main">
              <a:ext uri="{FF2B5EF4-FFF2-40B4-BE49-F238E27FC236}">
                <a16:creationId xmlns:a16="http://schemas.microsoft.com/office/drawing/2014/main" id="{819ABDE8-B9D6-461D-BE38-83E3A12EB4F2}"/>
              </a:ext>
            </a:extLst>
          </p:cNvPr>
          <p:cNvSpPr>
            <a:spLocks xmlns:a="http://schemas.openxmlformats.org/drawingml/2006/main" noGrp="1"/>
          </p:cNvSpPr>
          <p:nvPr/>
        </p:nvSpPr>
        <p:spPr>
          <a:xfrm xmlns:a="http://schemas.openxmlformats.org/drawingml/2006/main">
            <a:off x="674370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integration</a:t>
            </a:r>
          </a:p>
          <a:p xmlns:a="http://schemas.openxmlformats.org/drawingml/2006/main">
            <a:pPr algn="l">
              <a:defRPr sz="825" b="0">
                <a:solidFill>
                  <a:srgbClr val="344146"/>
                </a:solidFill>
              </a:defRPr>
            </a:pPr>
            <a:r>
              <a:rPr sz="825" b="0">
                <a:solidFill>
                  <a:srgbClr val="344146"/>
                </a:solidFill>
              </a:rPr>
              <a:t>Kelley</a:t>
            </a:r>
          </a:p>
        </p:txBody>
      </p:sp>
      <p:sp>
        <p:nvSpPr>
          <p:cNvPr id="44" name="">
            <a:extLst xmlns:a="http://schemas.openxmlformats.org/drawingml/2006/main">
              <a:ext uri="{FF2B5EF4-FFF2-40B4-BE49-F238E27FC236}">
                <a16:creationId xmlns:a16="http://schemas.microsoft.com/office/drawing/2014/main" id="{65D835AA-D0BC-4508-8F59-9B0602E08053}"/>
              </a:ext>
            </a:extLst>
          </p:cNvPr>
          <p:cNvSpPr>
            <a:spLocks xmlns:a="http://schemas.openxmlformats.org/drawingml/2006/main" noGrp="1"/>
          </p:cNvSpPr>
          <p:nvPr/>
        </p:nvSpPr>
        <p:spPr>
          <a:xfrm xmlns:a="http://schemas.openxmlformats.org/drawingml/2006/main">
            <a:off x="92964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45" name="">
            <a:extLst xmlns:a="http://schemas.openxmlformats.org/drawingml/2006/main">
              <a:ext uri="{FF2B5EF4-FFF2-40B4-BE49-F238E27FC236}">
                <a16:creationId xmlns:a16="http://schemas.microsoft.com/office/drawing/2014/main" id="{BDE9B0E7-6E8B-4C1C-BA50-9C18B2933432}"/>
              </a:ext>
            </a:extLst>
          </p:cNvPr>
          <p:cNvSpPr>
            <a:spLocks xmlns:a="http://schemas.openxmlformats.org/drawingml/2006/main" noGrp="1"/>
          </p:cNvSpPr>
          <p:nvPr/>
        </p:nvSpPr>
        <p:spPr>
          <a:xfrm xmlns:a="http://schemas.openxmlformats.org/drawingml/2006/main">
            <a:off x="9296400" y="3924300"/>
            <a:ext cx="66675" cy="1257300"/>
          </a:xfrm>
          <a:prstGeom xmlns:a="http://schemas.openxmlformats.org/drawingml/2006/main" prst="rect">
            <a:avLst/>
          </a:prstGeom>
          <a:solidFill xmlns:a="http://schemas.openxmlformats.org/drawingml/2006/main">
            <a:srgbClr val="7D6AA7"/>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EFA49215-2C35-49C0-94B0-611DA51B2195}"/>
              </a:ext>
            </a:extLst>
          </p:cNvPr>
          <p:cNvSpPr>
            <a:spLocks xmlns:a="http://schemas.openxmlformats.org/drawingml/2006/main" noGrp="1"/>
          </p:cNvSpPr>
          <p:nvPr/>
        </p:nvSpPr>
        <p:spPr>
          <a:xfrm xmlns:a="http://schemas.openxmlformats.org/drawingml/2006/main">
            <a:off x="94678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7" name="">
            <a:extLst xmlns:a="http://schemas.openxmlformats.org/drawingml/2006/main">
              <a:ext uri="{FF2B5EF4-FFF2-40B4-BE49-F238E27FC236}">
                <a16:creationId xmlns:a16="http://schemas.microsoft.com/office/drawing/2014/main" id="{72C52953-1C80-4FFC-8D12-07C0A1AB8ED7}"/>
              </a:ext>
            </a:extLst>
          </p:cNvPr>
          <p:cNvSpPr>
            <a:spLocks xmlns:a="http://schemas.openxmlformats.org/drawingml/2006/main" noGrp="1"/>
          </p:cNvSpPr>
          <p:nvPr/>
        </p:nvSpPr>
        <p:spPr>
          <a:xfrm xmlns:a="http://schemas.openxmlformats.org/drawingml/2006/main">
            <a:off x="94678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screening</a:t>
            </a:r>
          </a:p>
        </p:txBody>
      </p:sp>
      <p:sp>
        <p:nvSpPr>
          <p:cNvPr id="48" name="">
            <a:extLst xmlns:a="http://schemas.openxmlformats.org/drawingml/2006/main">
              <a:ext uri="{FF2B5EF4-FFF2-40B4-BE49-F238E27FC236}">
                <a16:creationId xmlns:a16="http://schemas.microsoft.com/office/drawing/2014/main" id="{C0852F73-F771-421A-8288-C27D0530FE54}"/>
              </a:ext>
            </a:extLst>
          </p:cNvPr>
          <p:cNvSpPr>
            <a:spLocks xmlns:a="http://schemas.openxmlformats.org/drawingml/2006/main" noGrp="1"/>
          </p:cNvSpPr>
          <p:nvPr/>
        </p:nvSpPr>
        <p:spPr>
          <a:xfrm xmlns:a="http://schemas.openxmlformats.org/drawingml/2006/main">
            <a:off x="94678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perturbation</a:t>
            </a:r>
          </a:p>
          <a:p xmlns:a="http://schemas.openxmlformats.org/drawingml/2006/main">
            <a:pPr algn="l">
              <a:defRPr sz="825" b="0">
                <a:solidFill>
                  <a:srgbClr val="344146"/>
                </a:solidFill>
              </a:defRPr>
            </a:pPr>
            <a:r>
              <a:rPr sz="825" b="0">
                <a:solidFill>
                  <a:srgbClr val="344146"/>
                </a:solidFill>
              </a:rPr>
              <a:t>Chen / Meng</a:t>
            </a:r>
          </a:p>
        </p:txBody>
      </p:sp>
      <p:sp>
        <p:nvSpPr>
          <p:cNvPr id="49" name="">
            <a:extLst xmlns:a="http://schemas.openxmlformats.org/drawingml/2006/main">
              <a:ext uri="{FF2B5EF4-FFF2-40B4-BE49-F238E27FC236}">
                <a16:creationId xmlns:a16="http://schemas.microsoft.com/office/drawing/2014/main" id="{D29E6934-1A2B-410D-9756-0E73A5AE40D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최종 질문: 어느 region을 만들까? 보다 무엇을 먼저 믿고 싶은가?</a:t>
            </a:r>
          </a:p>
        </p:txBody>
      </p:sp>
    </p:spTree>
    <p:extLst>
      <p:ext uri="{BB962C8B-B14F-4D97-AF65-F5344CB8AC3E}">
        <p14:creationId xmlns:p14="http://schemas.microsoft.com/office/powerpoint/2010/main" val="99174042"/>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F572615B-7240-42F8-B48E-DAA8AA9FBBC2}"/>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c75292a0fbd4d3a"/>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485653A-2E02-4177-8CEA-177F3DE9438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A37047E7-FE36-485D-B711-450186C3293F}"/>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AA7FF45-D3F8-4C69-8972-D2CF9C490FB0}"/>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B57F0C5D-44B9-4F8A-951E-4C64A0C4CBE4}"/>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4408C9BB-DC3E-42A3-AECE-33A960215A81}"/>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0C2FBCDE-A1FA-4A79-B8F8-B758145745E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798EDB2-1A3B-454C-B4C1-791DC34C3D2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C1362716-3E42-4077-8812-78721514E676}"/>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09</a:t>
            </a:r>
          </a:p>
        </p:txBody>
      </p:sp>
      <p:sp>
        <p:nvSpPr>
          <p:cNvPr id="11" name="">
            <a:extLst xmlns:a="http://schemas.openxmlformats.org/drawingml/2006/main">
              <a:ext uri="{FF2B5EF4-FFF2-40B4-BE49-F238E27FC236}">
                <a16:creationId xmlns:a16="http://schemas.microsoft.com/office/drawing/2014/main" id="{197CAA45-2068-47DA-B508-4979B1DEDD08}"/>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5791CA55-D367-4379-9F39-A0C8FC136075}"/>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CE5C7C7-5342-4FA1-B7E9-9CC573624AA5}"/>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결론과 토론</a:t>
            </a:r>
          </a:p>
        </p:txBody>
      </p:sp>
      <p:sp>
        <p:nvSpPr>
          <p:cNvPr id="14" name="">
            <a:extLst xmlns:a="http://schemas.openxmlformats.org/drawingml/2006/main">
              <a:ext uri="{FF2B5EF4-FFF2-40B4-BE49-F238E27FC236}">
                <a16:creationId xmlns:a16="http://schemas.microsoft.com/office/drawing/2014/main" id="{6B49CDA8-7931-42A4-AB37-90B452E75C36}"/>
              </a:ext>
            </a:extLst>
          </p:cNvPr>
          <p:cNvSpPr>
            <a:spLocks xmlns:a="http://schemas.openxmlformats.org/drawingml/2006/main" noGrp="1"/>
          </p:cNvSpPr>
          <p:nvPr/>
        </p:nvSpPr>
        <p:spPr>
          <a:xfrm xmlns:a="http://schemas.openxmlformats.org/drawingml/2006/main">
            <a:off x="628650" y="2038350"/>
            <a:ext cx="685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344146"/>
                </a:solidFill>
              </a:defRPr>
            </a:pPr>
            <a:r>
              <a:rPr sz="1350" b="0">
                <a:solidFill>
                  <a:srgbClr val="344146"/>
                </a:solidFill>
              </a:rPr>
              <a:t>이 발표의 핵심은 brain organoid 정답이 아니라,</a:t>
            </a:r>
          </a:p>
          <a:p xmlns:a="http://schemas.openxmlformats.org/drawingml/2006/main">
            <a:pPr algn="l">
              <a:defRPr sz="1350" b="0">
                <a:solidFill>
                  <a:srgbClr val="344146"/>
                </a:solidFill>
              </a:defRPr>
            </a:pPr>
            <a:r>
              <a:rPr sz="1350" b="0">
                <a:solidFill>
                  <a:srgbClr val="344146"/>
                </a:solidFill>
              </a:rPr>
              <a:t>질문이 위키를 통해 어떻게 더 좋은 질문으로 변했는가이다.</a:t>
            </a:r>
          </a:p>
        </p:txBody>
      </p:sp>
      <p:sp>
        <p:nvSpPr>
          <p:cNvPr id="15" name="">
            <a:extLst xmlns:a="http://schemas.openxmlformats.org/drawingml/2006/main">
              <a:ext uri="{FF2B5EF4-FFF2-40B4-BE49-F238E27FC236}">
                <a16:creationId xmlns:a16="http://schemas.microsoft.com/office/drawing/2014/main" id="{3AE45A92-02C2-42F9-B0FF-244DD73D7C56}"/>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6" name="">
            <a:extLst xmlns:a="http://schemas.openxmlformats.org/drawingml/2006/main">
              <a:ext uri="{FF2B5EF4-FFF2-40B4-BE49-F238E27FC236}">
                <a16:creationId xmlns:a16="http://schemas.microsoft.com/office/drawing/2014/main" id="{3EDA34B6-1549-42D1-B2FA-F13C7BBD309D}"/>
              </a:ext>
            </a:extLst>
          </p:cNvPr>
          <p:cNvSpPr>
            <a:spLocks xmlns:a="http://schemas.openxmlformats.org/drawingml/2006/main" noGrp="1"/>
          </p:cNvSpPr>
          <p:nvPr/>
        </p:nvSpPr>
        <p:spPr>
          <a:xfrm xmlns:a="http://schemas.openxmlformats.org/drawingml/2006/main">
            <a:off x="704850" y="2095500"/>
            <a:ext cx="31432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CE34EE2A-892E-4B83-B27D-60344264ED9F}"/>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8" name="">
            <a:extLst xmlns:a="http://schemas.openxmlformats.org/drawingml/2006/main">
              <a:ext uri="{FF2B5EF4-FFF2-40B4-BE49-F238E27FC236}">
                <a16:creationId xmlns:a16="http://schemas.microsoft.com/office/drawing/2014/main" id="{744BB576-0FAE-43E7-9C0D-13C0853B9E4C}"/>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comparison은 좋은</a:t>
            </a:r>
          </a:p>
          <a:p xmlns:a="http://schemas.openxmlformats.org/drawingml/2006/main">
            <a:pPr algn="l">
              <a:defRPr sz="1200" b="0">
                <a:solidFill>
                  <a:srgbClr val="132024"/>
                </a:solidFill>
              </a:defRPr>
            </a:pPr>
            <a:r>
              <a:rPr sz="1200" b="0">
                <a:solidFill>
                  <a:srgbClr val="132024"/>
                </a:solidFill>
              </a:rPr>
              <a:t>출발점이었다. 질문을 broad brain에서</a:t>
            </a:r>
          </a:p>
          <a:p xmlns:a="http://schemas.openxmlformats.org/drawingml/2006/main">
            <a:pPr algn="l">
              <a:defRPr sz="1200" b="0">
                <a:solidFill>
                  <a:srgbClr val="132024"/>
                </a:solidFill>
              </a:defRPr>
            </a:pPr>
            <a:r>
              <a:rPr sz="1200" b="0">
                <a:solidFill>
                  <a:srgbClr val="132024"/>
                </a:solidFill>
              </a:rPr>
              <a:t>subregion choice로 좁혀줬다.</a:t>
            </a:r>
          </a:p>
        </p:txBody>
      </p:sp>
      <p:sp>
        <p:nvSpPr>
          <p:cNvPr id="19" name="">
            <a:extLst xmlns:a="http://schemas.openxmlformats.org/drawingml/2006/main">
              <a:ext uri="{FF2B5EF4-FFF2-40B4-BE49-F238E27FC236}">
                <a16:creationId xmlns:a16="http://schemas.microsoft.com/office/drawing/2014/main" id="{E63A439F-C126-4086-B0F8-98A0A71A80D3}"/>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AF02CEFC-5587-40DA-9D9C-A0B662ACCB43}"/>
              </a:ext>
            </a:extLst>
          </p:cNvPr>
          <p:cNvSpPr>
            <a:spLocks xmlns:a="http://schemas.openxmlformats.org/drawingml/2006/main" noGrp="1"/>
          </p:cNvSpPr>
          <p:nvPr/>
        </p:nvSpPr>
        <p:spPr>
          <a:xfrm xmlns:a="http://schemas.openxmlformats.org/drawingml/2006/main">
            <a:off x="4095750" y="2095500"/>
            <a:ext cx="31432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C2348BF9-CBE3-42E8-A79C-12FA314E14BD}"/>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2" name="">
            <a:extLst xmlns:a="http://schemas.openxmlformats.org/drawingml/2006/main">
              <a:ext uri="{FF2B5EF4-FFF2-40B4-BE49-F238E27FC236}">
                <a16:creationId xmlns:a16="http://schemas.microsoft.com/office/drawing/2014/main" id="{97103D21-8571-46B2-ADE8-AA547FF443CF}"/>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하지만 benchmark 축이 들어오자, 같은</a:t>
            </a:r>
          </a:p>
          <a:p xmlns:a="http://schemas.openxmlformats.org/drawingml/2006/main">
            <a:pPr algn="l">
              <a:defRPr sz="1200" b="0">
                <a:solidFill>
                  <a:srgbClr val="132024"/>
                </a:solidFill>
              </a:defRPr>
            </a:pPr>
            <a:r>
              <a:rPr sz="1200" b="0">
                <a:solidFill>
                  <a:srgbClr val="132024"/>
                </a:solidFill>
              </a:rPr>
              <a:t>region 안에서도 다른 질문이 생겼다.</a:t>
            </a:r>
          </a:p>
        </p:txBody>
      </p:sp>
      <p:sp>
        <p:nvSpPr>
          <p:cNvPr id="23" name="">
            <a:extLst xmlns:a="http://schemas.openxmlformats.org/drawingml/2006/main">
              <a:ext uri="{FF2B5EF4-FFF2-40B4-BE49-F238E27FC236}">
                <a16:creationId xmlns:a16="http://schemas.microsoft.com/office/drawing/2014/main" id="{A416F051-EB65-488D-8AF9-1CC6D8B9D1D4}"/>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4" name="">
            <a:extLst xmlns:a="http://schemas.openxmlformats.org/drawingml/2006/main">
              <a:ext uri="{FF2B5EF4-FFF2-40B4-BE49-F238E27FC236}">
                <a16:creationId xmlns:a16="http://schemas.microsoft.com/office/drawing/2014/main" id="{A12D0890-9B5D-434C-A21F-A7D68BC233CA}"/>
              </a:ext>
            </a:extLst>
          </p:cNvPr>
          <p:cNvSpPr>
            <a:spLocks xmlns:a="http://schemas.openxmlformats.org/drawingml/2006/main" noGrp="1"/>
          </p:cNvSpPr>
          <p:nvPr/>
        </p:nvSpPr>
        <p:spPr>
          <a:xfrm xmlns:a="http://schemas.openxmlformats.org/drawingml/2006/main">
            <a:off x="7486650" y="2095500"/>
            <a:ext cx="40005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A2B68DC7-CF17-4F7C-A0BB-E86D73780CBB}"/>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6" name="">
            <a:extLst xmlns:a="http://schemas.openxmlformats.org/drawingml/2006/main">
              <a:ext uri="{FF2B5EF4-FFF2-40B4-BE49-F238E27FC236}">
                <a16:creationId xmlns:a16="http://schemas.microsoft.com/office/drawing/2014/main" id="{731F9509-6F58-4539-9513-2DD1BF5EC88C}"/>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7" name="">
            <a:extLst xmlns:a="http://schemas.openxmlformats.org/drawingml/2006/main">
              <a:ext uri="{FF2B5EF4-FFF2-40B4-BE49-F238E27FC236}">
                <a16:creationId xmlns:a16="http://schemas.microsoft.com/office/drawing/2014/main" id="{418867F7-EBC8-4664-A8CE-BAD9531459EF}"/>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40C34467-08CF-45A5-B019-55C224260B1A}"/>
              </a:ext>
            </a:extLst>
          </p:cNvPr>
          <p:cNvSpPr>
            <a:spLocks xmlns:a="http://schemas.openxmlformats.org/drawingml/2006/main" noGrp="1"/>
          </p:cNvSpPr>
          <p:nvPr/>
        </p:nvSpPr>
        <p:spPr>
          <a:xfrm xmlns:a="http://schemas.openxmlformats.org/drawingml/2006/main">
            <a:off x="704850" y="4095750"/>
            <a:ext cx="76200" cy="819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54C172F3-3D96-4FA3-933C-579237368FA3}"/>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어느 축을 먼저 봐야 하는가? host validation은 언제 필요한가?</a:t>
            </a:r>
          </a:p>
        </p:txBody>
      </p:sp>
      <p:sp>
        <p:nvSpPr>
          <p:cNvPr id="30" name="">
            <a:extLst xmlns:a="http://schemas.openxmlformats.org/drawingml/2006/main">
              <a:ext uri="{FF2B5EF4-FFF2-40B4-BE49-F238E27FC236}">
                <a16:creationId xmlns:a16="http://schemas.microsoft.com/office/drawing/2014/main" id="{DE3873BA-5F3C-4DA6-8AAF-176F49836CFE}"/>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86F4C5FE-8F79-4162-9179-8454846FEEC0}"/>
              </a:ext>
            </a:extLst>
          </p:cNvPr>
          <p:cNvSpPr>
            <a:spLocks xmlns:a="http://schemas.openxmlformats.org/drawingml/2006/main" noGrp="1"/>
          </p:cNvSpPr>
          <p:nvPr/>
        </p:nvSpPr>
        <p:spPr>
          <a:xfrm xmlns:a="http://schemas.openxmlformats.org/drawingml/2006/main">
            <a:off x="704850" y="5257800"/>
            <a:ext cx="76200" cy="7810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243E8319-6672-42FA-984C-ACC53E8FF4C5}"/>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위키를 정리하자 질문이 바뀌었고, 질문이 바뀌자 비교 기준도 바뀌었다.</a:t>
            </a:r>
          </a:p>
        </p:txBody>
      </p:sp>
      <p:sp>
        <p:nvSpPr>
          <p:cNvPr id="33" name="">
            <a:extLst xmlns:a="http://schemas.openxmlformats.org/drawingml/2006/main">
              <a:ext uri="{FF2B5EF4-FFF2-40B4-BE49-F238E27FC236}">
                <a16:creationId xmlns:a16="http://schemas.microsoft.com/office/drawing/2014/main" id="{C2727B37-8620-41EA-B963-04036CB170D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Q&amp;A로 넘어가면 각 질문의 우선축과 validation 순서를 중심으로 답하면 된다.</a:t>
            </a:r>
          </a:p>
        </p:txBody>
      </p:sp>
    </p:spTree>
    <p:extLst>
      <p:ext uri="{BB962C8B-B14F-4D97-AF65-F5344CB8AC3E}">
        <p14:creationId xmlns:p14="http://schemas.microsoft.com/office/powerpoint/2010/main" val="20852751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2026-04-27T01:37:25.6070000Z</dcterms:created>
  <dcterms:modified xsi:type="dcterms:W3CDTF">2026-04-27T01:37:25.6070000Z</dcterms:modified>
</coreProperties>
</file>